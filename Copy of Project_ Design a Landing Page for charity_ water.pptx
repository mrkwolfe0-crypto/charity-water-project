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2.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21.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12.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 id="2147483660"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y="5143500" cx="9144000"/>
  <p:notesSz cx="6858000" cy="9144000"/>
  <p:embeddedFontLst>
    <p:embeddedFont>
      <p:font typeface="Plus Jakarta Sans ExtraBold"/>
      <p:bold r:id="rId19"/>
      <p:boldItalic r:id="rId20"/>
    </p:embeddedFont>
    <p:embeddedFont>
      <p:font typeface="Playfair Display"/>
      <p:regular r:id="rId21"/>
      <p:bold r:id="rId22"/>
      <p:italic r:id="rId23"/>
      <p:boldItalic r:id="rId24"/>
    </p:embeddedFont>
    <p:embeddedFont>
      <p:font typeface="Lato"/>
      <p:regular r:id="rId25"/>
      <p:bold r:id="rId26"/>
      <p:italic r:id="rId27"/>
      <p:boldItalic r:id="rId28"/>
    </p:embeddedFont>
    <p:embeddedFont>
      <p:font typeface="Plus Jakarta Sans"/>
      <p:regular r:id="rId29"/>
      <p:bold r:id="rId30"/>
      <p:italic r:id="rId31"/>
      <p:boldItalic r:id="rId32"/>
    </p:embeddedFont>
    <p:embeddedFont>
      <p:font typeface="Domine"/>
      <p:regular r:id="rId33"/>
      <p:bold r:id="rId34"/>
    </p:embeddedFont>
    <p:embeddedFont>
      <p:font typeface="Plus Jakarta Sans SemiBold"/>
      <p:regular r:id="rId35"/>
      <p:bold r:id="rId36"/>
      <p:italic r:id="rId37"/>
      <p:boldItalic r:id="rId38"/>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 uri="GoogleSlidesCustomDataVersion2">
      <go:slidesCustomData xmlns:go="http://customooxmlschemas.google.com/" r:id="rId39" roundtripDataSignature="AMtx7mgsQfX1OugNgSs84g/n67D1pw4+R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PlusJakartaSansExtraBold-boldItalic.fntdata"/><Relationship Id="rId22" Type="http://schemas.openxmlformats.org/officeDocument/2006/relationships/font" Target="fonts/PlayfairDisplay-bold.fntdata"/><Relationship Id="rId21" Type="http://schemas.openxmlformats.org/officeDocument/2006/relationships/font" Target="fonts/PlayfairDisplay-regular.fntdata"/><Relationship Id="rId24" Type="http://schemas.openxmlformats.org/officeDocument/2006/relationships/font" Target="fonts/PlayfairDisplay-boldItalic.fntdata"/><Relationship Id="rId23" Type="http://schemas.openxmlformats.org/officeDocument/2006/relationships/font" Target="fonts/PlayfairDisplay-italic.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3.xml"/><Relationship Id="rId26" Type="http://schemas.openxmlformats.org/officeDocument/2006/relationships/font" Target="fonts/Lato-bold.fntdata"/><Relationship Id="rId25" Type="http://schemas.openxmlformats.org/officeDocument/2006/relationships/font" Target="fonts/Lato-regular.fntdata"/><Relationship Id="rId28" Type="http://schemas.openxmlformats.org/officeDocument/2006/relationships/font" Target="fonts/Lato-boldItalic.fntdata"/><Relationship Id="rId27" Type="http://schemas.openxmlformats.org/officeDocument/2006/relationships/font" Target="fonts/Lato-italic.fntdata"/><Relationship Id="rId5" Type="http://schemas.openxmlformats.org/officeDocument/2006/relationships/slideMaster" Target="slideMasters/slideMaster2.xml"/><Relationship Id="rId6" Type="http://schemas.openxmlformats.org/officeDocument/2006/relationships/notesMaster" Target="notesMasters/notesMaster1.xml"/><Relationship Id="rId29" Type="http://schemas.openxmlformats.org/officeDocument/2006/relationships/font" Target="fonts/PlusJakartaSans-regular.fntdata"/><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font" Target="fonts/PlusJakartaSans-italic.fntdata"/><Relationship Id="rId30" Type="http://schemas.openxmlformats.org/officeDocument/2006/relationships/font" Target="fonts/PlusJakartaSans-bold.fntdata"/><Relationship Id="rId11" Type="http://schemas.openxmlformats.org/officeDocument/2006/relationships/slide" Target="slides/slide5.xml"/><Relationship Id="rId33" Type="http://schemas.openxmlformats.org/officeDocument/2006/relationships/font" Target="fonts/Domine-regular.fntdata"/><Relationship Id="rId10" Type="http://schemas.openxmlformats.org/officeDocument/2006/relationships/slide" Target="slides/slide4.xml"/><Relationship Id="rId32" Type="http://schemas.openxmlformats.org/officeDocument/2006/relationships/font" Target="fonts/PlusJakartaSans-boldItalic.fntdata"/><Relationship Id="rId13" Type="http://schemas.openxmlformats.org/officeDocument/2006/relationships/slide" Target="slides/slide7.xml"/><Relationship Id="rId35" Type="http://schemas.openxmlformats.org/officeDocument/2006/relationships/font" Target="fonts/PlusJakartaSansSemiBold-regular.fntdata"/><Relationship Id="rId12" Type="http://schemas.openxmlformats.org/officeDocument/2006/relationships/slide" Target="slides/slide6.xml"/><Relationship Id="rId34" Type="http://schemas.openxmlformats.org/officeDocument/2006/relationships/font" Target="fonts/Domine-bold.fntdata"/><Relationship Id="rId15" Type="http://schemas.openxmlformats.org/officeDocument/2006/relationships/slide" Target="slides/slide9.xml"/><Relationship Id="rId37" Type="http://schemas.openxmlformats.org/officeDocument/2006/relationships/font" Target="fonts/PlusJakartaSansSemiBold-italic.fntdata"/><Relationship Id="rId14" Type="http://schemas.openxmlformats.org/officeDocument/2006/relationships/slide" Target="slides/slide8.xml"/><Relationship Id="rId36" Type="http://schemas.openxmlformats.org/officeDocument/2006/relationships/font" Target="fonts/PlusJakartaSansSemiBold-bold.fntdata"/><Relationship Id="rId17" Type="http://schemas.openxmlformats.org/officeDocument/2006/relationships/slide" Target="slides/slide11.xml"/><Relationship Id="rId39" Type="http://customschemas.google.com/relationships/presentationmetadata" Target="metadata"/><Relationship Id="rId16" Type="http://schemas.openxmlformats.org/officeDocument/2006/relationships/slide" Target="slides/slide10.xml"/><Relationship Id="rId38" Type="http://schemas.openxmlformats.org/officeDocument/2006/relationships/font" Target="fonts/PlusJakartaSansSemiBold-boldItalic.fntdata"/><Relationship Id="rId19" Type="http://schemas.openxmlformats.org/officeDocument/2006/relationships/font" Target="fonts/PlusJakartaSansExtraBold-bold.fntdata"/><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 name="Shape 97"/>
        <p:cNvGrpSpPr/>
        <p:nvPr/>
      </p:nvGrpSpPr>
      <p:grpSpPr>
        <a:xfrm>
          <a:off x="0" y="0"/>
          <a:ext cx="0" cy="0"/>
          <a:chOff x="0" y="0"/>
          <a:chExt cx="0" cy="0"/>
        </a:xfrm>
      </p:grpSpPr>
      <p:sp>
        <p:nvSpPr>
          <p:cNvPr id="98" name="Google Shape;98;g34d0431274d_0_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9" name="Google Shape;99;g34d0431274d_0_2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 name="Shape 105"/>
        <p:cNvGrpSpPr/>
        <p:nvPr/>
      </p:nvGrpSpPr>
      <p:grpSpPr>
        <a:xfrm>
          <a:off x="0" y="0"/>
          <a:ext cx="0" cy="0"/>
          <a:chOff x="0" y="0"/>
          <a:chExt cx="0" cy="0"/>
        </a:xfrm>
      </p:grpSpPr>
      <p:sp>
        <p:nvSpPr>
          <p:cNvPr id="106" name="Google Shape;106;g34a14e47757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7" name="Google Shape;107;g34a14e47757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 name="Shape 113"/>
        <p:cNvGrpSpPr/>
        <p:nvPr/>
      </p:nvGrpSpPr>
      <p:grpSpPr>
        <a:xfrm>
          <a:off x="0" y="0"/>
          <a:ext cx="0" cy="0"/>
          <a:chOff x="0" y="0"/>
          <a:chExt cx="0" cy="0"/>
        </a:xfrm>
      </p:grpSpPr>
      <p:sp>
        <p:nvSpPr>
          <p:cNvPr id="114" name="Google Shape;114;g346147d5b96_0_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5" name="Google Shape;115;g346147d5b96_0_2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 name="Shape 121"/>
        <p:cNvGrpSpPr/>
        <p:nvPr/>
      </p:nvGrpSpPr>
      <p:grpSpPr>
        <a:xfrm>
          <a:off x="0" y="0"/>
          <a:ext cx="0" cy="0"/>
          <a:chOff x="0" y="0"/>
          <a:chExt cx="0" cy="0"/>
        </a:xfrm>
      </p:grpSpPr>
      <p:sp>
        <p:nvSpPr>
          <p:cNvPr id="122" name="Google Shape;122;p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23" name="Google Shape;123;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 name="Shape 131"/>
        <p:cNvGrpSpPr/>
        <p:nvPr/>
      </p:nvGrpSpPr>
      <p:grpSpPr>
        <a:xfrm>
          <a:off x="0" y="0"/>
          <a:ext cx="0" cy="0"/>
          <a:chOff x="0" y="0"/>
          <a:chExt cx="0" cy="0"/>
        </a:xfrm>
      </p:grpSpPr>
      <p:sp>
        <p:nvSpPr>
          <p:cNvPr id="132" name="Google Shape;132;g346147d5b96_0_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33" name="Google Shape;133;g346147d5b96_0_5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 name="Shape 140"/>
        <p:cNvGrpSpPr/>
        <p:nvPr/>
      </p:nvGrpSpPr>
      <p:grpSpPr>
        <a:xfrm>
          <a:off x="0" y="0"/>
          <a:ext cx="0" cy="0"/>
          <a:chOff x="0" y="0"/>
          <a:chExt cx="0" cy="0"/>
        </a:xfrm>
      </p:grpSpPr>
      <p:sp>
        <p:nvSpPr>
          <p:cNvPr id="141" name="Google Shape;141;g346147d5b96_0_6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42" name="Google Shape;142;g346147d5b96_0_6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g346147d5b96_0_1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51" name="Google Shape;151;g346147d5b96_0_13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 name="Shape 160"/>
        <p:cNvGrpSpPr/>
        <p:nvPr/>
      </p:nvGrpSpPr>
      <p:grpSpPr>
        <a:xfrm>
          <a:off x="0" y="0"/>
          <a:ext cx="0" cy="0"/>
          <a:chOff x="0" y="0"/>
          <a:chExt cx="0" cy="0"/>
        </a:xfrm>
      </p:grpSpPr>
      <p:sp>
        <p:nvSpPr>
          <p:cNvPr id="161" name="Google Shape;161;g33d9fc40065_0_5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62" name="Google Shape;162;g33d9fc40065_0_5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 name="Shape 169"/>
        <p:cNvGrpSpPr/>
        <p:nvPr/>
      </p:nvGrpSpPr>
      <p:grpSpPr>
        <a:xfrm>
          <a:off x="0" y="0"/>
          <a:ext cx="0" cy="0"/>
          <a:chOff x="0" y="0"/>
          <a:chExt cx="0" cy="0"/>
        </a:xfrm>
      </p:grpSpPr>
      <p:sp>
        <p:nvSpPr>
          <p:cNvPr id="170" name="Google Shape;170;g33d9fc40065_0_67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71" name="Google Shape;171;g33d9fc40065_0_67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7" name="Shape 177"/>
        <p:cNvGrpSpPr/>
        <p:nvPr/>
      </p:nvGrpSpPr>
      <p:grpSpPr>
        <a:xfrm>
          <a:off x="0" y="0"/>
          <a:ext cx="0" cy="0"/>
          <a:chOff x="0" y="0"/>
          <a:chExt cx="0" cy="0"/>
        </a:xfrm>
      </p:grpSpPr>
      <p:sp>
        <p:nvSpPr>
          <p:cNvPr id="178" name="Google Shape;178;g33d9fc40065_0_68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79" name="Google Shape;179;g33d9fc40065_0_68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 name="Shape 189"/>
        <p:cNvGrpSpPr/>
        <p:nvPr/>
      </p:nvGrpSpPr>
      <p:grpSpPr>
        <a:xfrm>
          <a:off x="0" y="0"/>
          <a:ext cx="0" cy="0"/>
          <a:chOff x="0" y="0"/>
          <a:chExt cx="0" cy="0"/>
        </a:xfrm>
      </p:grpSpPr>
      <p:sp>
        <p:nvSpPr>
          <p:cNvPr id="190" name="Google Shape;190;g346147d5b96_0_30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91" name="Google Shape;191;g346147d5b96_0_30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9" name="Shape 199"/>
        <p:cNvGrpSpPr/>
        <p:nvPr/>
      </p:nvGrpSpPr>
      <p:grpSpPr>
        <a:xfrm>
          <a:off x="0" y="0"/>
          <a:ext cx="0" cy="0"/>
          <a:chOff x="0" y="0"/>
          <a:chExt cx="0" cy="0"/>
        </a:xfrm>
      </p:grpSpPr>
      <p:sp>
        <p:nvSpPr>
          <p:cNvPr id="200" name="Google Shape;200;g346147d5b96_0_3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01" name="Google Shape;201;g346147d5b96_0_31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5"/>
          <p:cNvSpPr txBox="1"/>
          <p:nvPr>
            <p:ph type="ctrTitle"/>
          </p:nvPr>
        </p:nvSpPr>
        <p:spPr>
          <a:xfrm>
            <a:off x="311708" y="744575"/>
            <a:ext cx="8520600" cy="20526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5200"/>
              <a:buNone/>
              <a:defRPr sz="52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p:txBody>
      </p:sp>
      <p:sp>
        <p:nvSpPr>
          <p:cNvPr id="11" name="Google Shape;11;p25"/>
          <p:cNvSpPr txBox="1"/>
          <p:nvPr>
            <p:ph idx="1" type="subTitle"/>
          </p:nvPr>
        </p:nvSpPr>
        <p:spPr>
          <a:xfrm>
            <a:off x="311700" y="2834125"/>
            <a:ext cx="8520600" cy="7926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3" name="Shape 13"/>
        <p:cNvGrpSpPr/>
        <p:nvPr/>
      </p:nvGrpSpPr>
      <p:grpSpPr>
        <a:xfrm>
          <a:off x="0" y="0"/>
          <a:ext cx="0" cy="0"/>
          <a:chOff x="0" y="0"/>
          <a:chExt cx="0" cy="0"/>
        </a:xfrm>
      </p:grpSpPr>
      <p:sp>
        <p:nvSpPr>
          <p:cNvPr id="14" name="Google Shape;14;p27"/>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5" name="Google Shape;15;p27"/>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16" name="Google Shape;16;p2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7" name="Shape 17"/>
        <p:cNvGrpSpPr/>
        <p:nvPr/>
      </p:nvGrpSpPr>
      <p:grpSpPr>
        <a:xfrm>
          <a:off x="0" y="0"/>
          <a:ext cx="0" cy="0"/>
          <a:chOff x="0" y="0"/>
          <a:chExt cx="0" cy="0"/>
        </a:xfrm>
      </p:grpSpPr>
      <p:sp>
        <p:nvSpPr>
          <p:cNvPr id="18" name="Google Shape;18;p26"/>
          <p:cNvSpPr txBox="1"/>
          <p:nvPr>
            <p:ph type="title"/>
          </p:nvPr>
        </p:nvSpPr>
        <p:spPr>
          <a:xfrm>
            <a:off x="311700" y="2150850"/>
            <a:ext cx="8520600" cy="841800"/>
          </a:xfrm>
          <a:prstGeom prst="rect">
            <a:avLst/>
          </a:prstGeom>
          <a:noFill/>
          <a:ln>
            <a:noFill/>
          </a:ln>
        </p:spPr>
        <p:txBody>
          <a:bodyPr anchorCtr="0" anchor="ctr" bIns="91425" lIns="91425" spcFirstLastPara="1" rIns="91425" wrap="square" tIns="91425">
            <a:norm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p:txBody>
      </p:sp>
      <p:sp>
        <p:nvSpPr>
          <p:cNvPr id="19" name="Google Shape;19;p2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28"/>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2" name="Google Shape;22;p28"/>
          <p:cNvSpPr txBox="1"/>
          <p:nvPr>
            <p:ph idx="1" type="body"/>
          </p:nvPr>
        </p:nvSpPr>
        <p:spPr>
          <a:xfrm>
            <a:off x="3117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23" name="Google Shape;23;p28"/>
          <p:cNvSpPr txBox="1"/>
          <p:nvPr>
            <p:ph idx="2" type="body"/>
          </p:nvPr>
        </p:nvSpPr>
        <p:spPr>
          <a:xfrm>
            <a:off x="48324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24" name="Google Shape;24;p2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29"/>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7" name="Google Shape;27;p2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30"/>
          <p:cNvSpPr txBox="1"/>
          <p:nvPr>
            <p:ph type="title"/>
          </p:nvPr>
        </p:nvSpPr>
        <p:spPr>
          <a:xfrm>
            <a:off x="311700" y="555600"/>
            <a:ext cx="2808000" cy="755700"/>
          </a:xfrm>
          <a:prstGeom prst="rect">
            <a:avLst/>
          </a:prstGeom>
          <a:noFill/>
          <a:ln>
            <a:noFill/>
          </a:ln>
        </p:spPr>
        <p:txBody>
          <a:bodyPr anchorCtr="0" anchor="b" bIns="91425" lIns="91425" spcFirstLastPara="1" rIns="91425" wrap="square" tIns="91425">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30" name="Google Shape;30;p30"/>
          <p:cNvSpPr txBox="1"/>
          <p:nvPr>
            <p:ph idx="1" type="body"/>
          </p:nvPr>
        </p:nvSpPr>
        <p:spPr>
          <a:xfrm>
            <a:off x="311700" y="1389600"/>
            <a:ext cx="2808000" cy="3179400"/>
          </a:xfrm>
          <a:prstGeom prst="rect">
            <a:avLst/>
          </a:prstGeom>
          <a:noFill/>
          <a:ln>
            <a:noFill/>
          </a:ln>
        </p:spPr>
        <p:txBody>
          <a:bodyPr anchorCtr="0" anchor="t" bIns="91425" lIns="91425" spcFirstLastPara="1" rIns="91425" wrap="square" tIns="91425">
            <a:normAutofit/>
          </a:bodyPr>
          <a:lstStyle>
            <a:lvl1pPr indent="-304800" lvl="0" marL="457200" algn="l">
              <a:lnSpc>
                <a:spcPct val="115000"/>
              </a:lnSpc>
              <a:spcBef>
                <a:spcPts val="0"/>
              </a:spcBef>
              <a:spcAft>
                <a:spcPts val="0"/>
              </a:spcAft>
              <a:buSzPts val="1200"/>
              <a:buChar char="●"/>
              <a:defRPr sz="12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31" name="Google Shape;31;p3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31"/>
          <p:cNvSpPr txBox="1"/>
          <p:nvPr>
            <p:ph type="title"/>
          </p:nvPr>
        </p:nvSpPr>
        <p:spPr>
          <a:xfrm>
            <a:off x="490250" y="450150"/>
            <a:ext cx="6367800" cy="4090800"/>
          </a:xfrm>
          <a:prstGeom prst="rect">
            <a:avLst/>
          </a:prstGeom>
          <a:noFill/>
          <a:ln>
            <a:noFill/>
          </a:ln>
        </p:spPr>
        <p:txBody>
          <a:bodyPr anchorCtr="0" anchor="ctr" bIns="91425" lIns="91425" spcFirstLastPara="1" rIns="91425" wrap="square" tIns="91425">
            <a:norm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p:txBody>
      </p:sp>
      <p:sp>
        <p:nvSpPr>
          <p:cNvPr id="34" name="Google Shape;34;p3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32"/>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 name="Google Shape;37;p32"/>
          <p:cNvSpPr txBox="1"/>
          <p:nvPr>
            <p:ph type="title"/>
          </p:nvPr>
        </p:nvSpPr>
        <p:spPr>
          <a:xfrm>
            <a:off x="265500" y="1233175"/>
            <a:ext cx="4045200" cy="14823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p:txBody>
      </p:sp>
      <p:sp>
        <p:nvSpPr>
          <p:cNvPr id="38" name="Google Shape;38;p32"/>
          <p:cNvSpPr txBox="1"/>
          <p:nvPr>
            <p:ph idx="1" type="subTitle"/>
          </p:nvPr>
        </p:nvSpPr>
        <p:spPr>
          <a:xfrm>
            <a:off x="265500" y="2803075"/>
            <a:ext cx="4045200" cy="12351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32"/>
          <p:cNvSpPr txBox="1"/>
          <p:nvPr>
            <p:ph idx="2" type="body"/>
          </p:nvPr>
        </p:nvSpPr>
        <p:spPr>
          <a:xfrm>
            <a:off x="4939500" y="724075"/>
            <a:ext cx="3837000" cy="3695100"/>
          </a:xfrm>
          <a:prstGeom prst="rect">
            <a:avLst/>
          </a:prstGeom>
          <a:noFill/>
          <a:ln>
            <a:noFill/>
          </a:ln>
        </p:spPr>
        <p:txBody>
          <a:bodyPr anchorCtr="0" anchor="ctr"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40" name="Google Shape;40;p3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33"/>
          <p:cNvSpPr txBox="1"/>
          <p:nvPr>
            <p:ph idx="1" type="body"/>
          </p:nvPr>
        </p:nvSpPr>
        <p:spPr>
          <a:xfrm>
            <a:off x="311700" y="4230575"/>
            <a:ext cx="5998800" cy="605100"/>
          </a:xfrm>
          <a:prstGeom prst="rect">
            <a:avLst/>
          </a:prstGeom>
          <a:noFill/>
          <a:ln>
            <a:noFill/>
          </a:ln>
        </p:spPr>
        <p:txBody>
          <a:bodyPr anchorCtr="0" anchor="ctr" bIns="91425" lIns="91425" spcFirstLastPara="1" rIns="91425" wrap="square" tIns="91425">
            <a:normAutofit/>
          </a:bodyPr>
          <a:lstStyle>
            <a:lvl1pPr indent="-228600" lvl="0" marL="457200" algn="l">
              <a:lnSpc>
                <a:spcPct val="100000"/>
              </a:lnSpc>
              <a:spcBef>
                <a:spcPts val="0"/>
              </a:spcBef>
              <a:spcAft>
                <a:spcPts val="0"/>
              </a:spcAft>
              <a:buSzPts val="1800"/>
              <a:buNone/>
              <a:defRPr/>
            </a:lvl1pPr>
          </a:lstStyle>
          <a:p/>
        </p:txBody>
      </p:sp>
      <p:sp>
        <p:nvSpPr>
          <p:cNvPr id="43" name="Google Shape;43;p3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34"/>
          <p:cNvSpPr txBox="1"/>
          <p:nvPr>
            <p:ph hasCustomPrompt="1" type="title"/>
          </p:nvPr>
        </p:nvSpPr>
        <p:spPr>
          <a:xfrm>
            <a:off x="311700" y="1106125"/>
            <a:ext cx="8520600" cy="19635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46" name="Google Shape;46;p34"/>
          <p:cNvSpPr txBox="1"/>
          <p:nvPr>
            <p:ph idx="1" type="body"/>
          </p:nvPr>
        </p:nvSpPr>
        <p:spPr>
          <a:xfrm>
            <a:off x="311700" y="3152225"/>
            <a:ext cx="8520600" cy="1300800"/>
          </a:xfrm>
          <a:prstGeom prst="rect">
            <a:avLst/>
          </a:prstGeom>
          <a:noFill/>
          <a:ln>
            <a:noFill/>
          </a:ln>
        </p:spPr>
        <p:txBody>
          <a:bodyPr anchorCtr="0" anchor="t" bIns="91425" lIns="91425" spcFirstLastPara="1" rIns="91425" wrap="square" tIns="91425">
            <a:normAutofit/>
          </a:bodyPr>
          <a:lstStyle>
            <a:lvl1pPr indent="-342900" lvl="0" marL="457200" algn="ctr">
              <a:lnSpc>
                <a:spcPct val="115000"/>
              </a:lnSpc>
              <a:spcBef>
                <a:spcPts val="0"/>
              </a:spcBef>
              <a:spcAft>
                <a:spcPts val="0"/>
              </a:spcAft>
              <a:buSzPts val="1800"/>
              <a:buChar char="●"/>
              <a:defRPr/>
            </a:lvl1pPr>
            <a:lvl2pPr indent="-317500" lvl="1" marL="914400" algn="ctr">
              <a:lnSpc>
                <a:spcPct val="115000"/>
              </a:lnSpc>
              <a:spcBef>
                <a:spcPts val="0"/>
              </a:spcBef>
              <a:spcAft>
                <a:spcPts val="0"/>
              </a:spcAft>
              <a:buSzPts val="1400"/>
              <a:buChar char="○"/>
              <a:defRPr/>
            </a:lvl2pPr>
            <a:lvl3pPr indent="-317500" lvl="2" marL="1371600" algn="ctr">
              <a:lnSpc>
                <a:spcPct val="115000"/>
              </a:lnSpc>
              <a:spcBef>
                <a:spcPts val="0"/>
              </a:spcBef>
              <a:spcAft>
                <a:spcPts val="0"/>
              </a:spcAft>
              <a:buSzPts val="1400"/>
              <a:buChar char="■"/>
              <a:defRPr/>
            </a:lvl3pPr>
            <a:lvl4pPr indent="-317500" lvl="3" marL="1828800" algn="ctr">
              <a:lnSpc>
                <a:spcPct val="115000"/>
              </a:lnSpc>
              <a:spcBef>
                <a:spcPts val="0"/>
              </a:spcBef>
              <a:spcAft>
                <a:spcPts val="0"/>
              </a:spcAft>
              <a:buSzPts val="1400"/>
              <a:buChar char="●"/>
              <a:defRPr/>
            </a:lvl4pPr>
            <a:lvl5pPr indent="-317500" lvl="4" marL="2286000" algn="ctr">
              <a:lnSpc>
                <a:spcPct val="115000"/>
              </a:lnSpc>
              <a:spcBef>
                <a:spcPts val="0"/>
              </a:spcBef>
              <a:spcAft>
                <a:spcPts val="0"/>
              </a:spcAft>
              <a:buSzPts val="1400"/>
              <a:buChar char="○"/>
              <a:defRPr/>
            </a:lvl5pPr>
            <a:lvl6pPr indent="-317500" lvl="5" marL="2743200" algn="ctr">
              <a:lnSpc>
                <a:spcPct val="115000"/>
              </a:lnSpc>
              <a:spcBef>
                <a:spcPts val="0"/>
              </a:spcBef>
              <a:spcAft>
                <a:spcPts val="0"/>
              </a:spcAft>
              <a:buSzPts val="1400"/>
              <a:buChar char="■"/>
              <a:defRPr/>
            </a:lvl6pPr>
            <a:lvl7pPr indent="-317500" lvl="6" marL="3200400" algn="ctr">
              <a:lnSpc>
                <a:spcPct val="115000"/>
              </a:lnSpc>
              <a:spcBef>
                <a:spcPts val="0"/>
              </a:spcBef>
              <a:spcAft>
                <a:spcPts val="0"/>
              </a:spcAft>
              <a:buSzPts val="1400"/>
              <a:buChar char="●"/>
              <a:defRPr/>
            </a:lvl7pPr>
            <a:lvl8pPr indent="-317500" lvl="7" marL="3657600" algn="ctr">
              <a:lnSpc>
                <a:spcPct val="115000"/>
              </a:lnSpc>
              <a:spcBef>
                <a:spcPts val="0"/>
              </a:spcBef>
              <a:spcAft>
                <a:spcPts val="0"/>
              </a:spcAft>
              <a:buSzPts val="1400"/>
              <a:buChar char="○"/>
              <a:defRPr/>
            </a:lvl8pPr>
            <a:lvl9pPr indent="-317500" lvl="8" marL="4114800" algn="ctr">
              <a:lnSpc>
                <a:spcPct val="115000"/>
              </a:lnSpc>
              <a:spcBef>
                <a:spcPts val="0"/>
              </a:spcBef>
              <a:spcAft>
                <a:spcPts val="0"/>
              </a:spcAft>
              <a:buSzPts val="1400"/>
              <a:buChar char="■"/>
              <a:defRPr/>
            </a:lvl9pPr>
          </a:lstStyle>
          <a:p/>
        </p:txBody>
      </p:sp>
      <p:sp>
        <p:nvSpPr>
          <p:cNvPr id="47" name="Google Shape;47;p3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3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54" name="Shape 54"/>
        <p:cNvGrpSpPr/>
        <p:nvPr/>
      </p:nvGrpSpPr>
      <p:grpSpPr>
        <a:xfrm>
          <a:off x="0" y="0"/>
          <a:ext cx="0" cy="0"/>
          <a:chOff x="0" y="0"/>
          <a:chExt cx="0" cy="0"/>
        </a:xfrm>
      </p:grpSpPr>
      <p:sp>
        <p:nvSpPr>
          <p:cNvPr id="55" name="Google Shape;55;g33d9fc40065_0_467"/>
          <p:cNvSpPr/>
          <p:nvPr/>
        </p:nvSpPr>
        <p:spPr>
          <a:xfrm>
            <a:off x="0" y="5045700"/>
            <a:ext cx="9144000" cy="97800"/>
          </a:xfrm>
          <a:prstGeom prst="rect">
            <a:avLst/>
          </a:prstGeom>
          <a:solidFill>
            <a:srgbClr val="EEB33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6" name="Google Shape;56;g33d9fc40065_0_467"/>
          <p:cNvSpPr txBox="1"/>
          <p:nvPr>
            <p:ph type="title"/>
          </p:nvPr>
        </p:nvSpPr>
        <p:spPr>
          <a:xfrm>
            <a:off x="311700" y="391350"/>
            <a:ext cx="8520600" cy="6261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Clr>
                <a:srgbClr val="D8453F"/>
              </a:buClr>
              <a:buSzPts val="3200"/>
              <a:buNone/>
              <a:defRPr>
                <a:solidFill>
                  <a:srgbClr val="D8453F"/>
                </a:solidFill>
              </a:defRPr>
            </a:lvl1pPr>
            <a:lvl2pPr lvl="1" algn="l">
              <a:lnSpc>
                <a:spcPct val="100000"/>
              </a:lnSpc>
              <a:spcBef>
                <a:spcPts val="0"/>
              </a:spcBef>
              <a:spcAft>
                <a:spcPts val="0"/>
              </a:spcAft>
              <a:buSzPts val="3200"/>
              <a:buNone/>
              <a:defRPr/>
            </a:lvl2pPr>
            <a:lvl3pPr lvl="2" algn="l">
              <a:lnSpc>
                <a:spcPct val="100000"/>
              </a:lnSpc>
              <a:spcBef>
                <a:spcPts val="0"/>
              </a:spcBef>
              <a:spcAft>
                <a:spcPts val="0"/>
              </a:spcAft>
              <a:buSzPts val="3200"/>
              <a:buNone/>
              <a:defRPr/>
            </a:lvl3pPr>
            <a:lvl4pPr lvl="3" algn="l">
              <a:lnSpc>
                <a:spcPct val="100000"/>
              </a:lnSpc>
              <a:spcBef>
                <a:spcPts val="0"/>
              </a:spcBef>
              <a:spcAft>
                <a:spcPts val="0"/>
              </a:spcAft>
              <a:buSzPts val="3200"/>
              <a:buNone/>
              <a:defRPr/>
            </a:lvl4pPr>
            <a:lvl5pPr lvl="4" algn="l">
              <a:lnSpc>
                <a:spcPct val="100000"/>
              </a:lnSpc>
              <a:spcBef>
                <a:spcPts val="0"/>
              </a:spcBef>
              <a:spcAft>
                <a:spcPts val="0"/>
              </a:spcAft>
              <a:buSzPts val="3200"/>
              <a:buNone/>
              <a:defRPr/>
            </a:lvl5pPr>
            <a:lvl6pPr lvl="5" algn="l">
              <a:lnSpc>
                <a:spcPct val="100000"/>
              </a:lnSpc>
              <a:spcBef>
                <a:spcPts val="0"/>
              </a:spcBef>
              <a:spcAft>
                <a:spcPts val="0"/>
              </a:spcAft>
              <a:buSzPts val="3200"/>
              <a:buNone/>
              <a:defRPr/>
            </a:lvl6pPr>
            <a:lvl7pPr lvl="6" algn="l">
              <a:lnSpc>
                <a:spcPct val="100000"/>
              </a:lnSpc>
              <a:spcBef>
                <a:spcPts val="0"/>
              </a:spcBef>
              <a:spcAft>
                <a:spcPts val="0"/>
              </a:spcAft>
              <a:buSzPts val="3200"/>
              <a:buNone/>
              <a:defRPr/>
            </a:lvl7pPr>
            <a:lvl8pPr lvl="7" algn="l">
              <a:lnSpc>
                <a:spcPct val="100000"/>
              </a:lnSpc>
              <a:spcBef>
                <a:spcPts val="0"/>
              </a:spcBef>
              <a:spcAft>
                <a:spcPts val="0"/>
              </a:spcAft>
              <a:buSzPts val="3200"/>
              <a:buNone/>
              <a:defRPr/>
            </a:lvl8pPr>
            <a:lvl9pPr lvl="8" algn="l">
              <a:lnSpc>
                <a:spcPct val="100000"/>
              </a:lnSpc>
              <a:spcBef>
                <a:spcPts val="0"/>
              </a:spcBef>
              <a:spcAft>
                <a:spcPts val="0"/>
              </a:spcAft>
              <a:buSzPts val="3200"/>
              <a:buNone/>
              <a:defRPr/>
            </a:lvl9pPr>
          </a:lstStyle>
          <a:p/>
        </p:txBody>
      </p:sp>
      <p:sp>
        <p:nvSpPr>
          <p:cNvPr id="57" name="Google Shape;57;g33d9fc40065_0_467"/>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8" name="Shape 58"/>
        <p:cNvGrpSpPr/>
        <p:nvPr/>
      </p:nvGrpSpPr>
      <p:grpSpPr>
        <a:xfrm>
          <a:off x="0" y="0"/>
          <a:ext cx="0" cy="0"/>
          <a:chOff x="0" y="0"/>
          <a:chExt cx="0" cy="0"/>
        </a:xfrm>
      </p:grpSpPr>
      <p:sp>
        <p:nvSpPr>
          <p:cNvPr id="59" name="Google Shape;59;g33d9fc40065_0_501"/>
          <p:cNvSpPr txBox="1"/>
          <p:nvPr>
            <p:ph idx="12" type="sldNum"/>
          </p:nvPr>
        </p:nvSpPr>
        <p:spPr>
          <a:xfrm>
            <a:off x="8490250" y="4681009"/>
            <a:ext cx="548700" cy="393600"/>
          </a:xfrm>
          <a:prstGeom prst="rect">
            <a:avLst/>
          </a:prstGeom>
          <a:noFill/>
          <a:ln>
            <a:noFill/>
          </a:ln>
        </p:spPr>
        <p:txBody>
          <a:bodyPr anchorCtr="0" anchor="ctr" bIns="91425" lIns="91425" spcFirstLastPara="1" rIns="91425" wrap="square" tIns="91425">
            <a:noAutofit/>
          </a:bodyPr>
          <a:lstStyle>
            <a:lvl1pPr indent="0" lvl="0"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1pPr>
            <a:lvl2pPr indent="0" lvl="1"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indent="0" lvl="2"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indent="0" lvl="3"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indent="0" lvl="4"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indent="0" lvl="5"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indent="0" lvl="6"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indent="0" lvl="7"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indent="0" lvl="8"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60" name="Shape 60"/>
        <p:cNvGrpSpPr/>
        <p:nvPr/>
      </p:nvGrpSpPr>
      <p:grpSpPr>
        <a:xfrm>
          <a:off x="0" y="0"/>
          <a:ext cx="0" cy="0"/>
          <a:chOff x="0" y="0"/>
          <a:chExt cx="0" cy="0"/>
        </a:xfrm>
      </p:grpSpPr>
      <p:sp>
        <p:nvSpPr>
          <p:cNvPr id="61" name="Google Shape;61;g33d9fc40065_0_460"/>
          <p:cNvSpPr/>
          <p:nvPr/>
        </p:nvSpPr>
        <p:spPr>
          <a:xfrm>
            <a:off x="2749050" y="748800"/>
            <a:ext cx="3645900" cy="3645900"/>
          </a:xfrm>
          <a:prstGeom prst="rect">
            <a:avLst/>
          </a:prstGeom>
          <a:solidFill>
            <a:srgbClr val="D8453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2" name="Google Shape;62;g33d9fc40065_0_460"/>
          <p:cNvSpPr/>
          <p:nvPr/>
        </p:nvSpPr>
        <p:spPr>
          <a:xfrm>
            <a:off x="2992950" y="992700"/>
            <a:ext cx="3158100" cy="3158100"/>
          </a:xfrm>
          <a:prstGeom prst="rect">
            <a:avLst/>
          </a:prstGeom>
          <a:noFill/>
          <a:ln cap="flat" cmpd="sng" w="28575">
            <a:solidFill>
              <a:schemeClr val="lt1"/>
            </a:solidFill>
            <a:prstDash val="solid"/>
            <a:miter lim="8000"/>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3" name="Google Shape;63;g33d9fc40065_0_460"/>
          <p:cNvSpPr txBox="1"/>
          <p:nvPr>
            <p:ph type="ctrTitle"/>
          </p:nvPr>
        </p:nvSpPr>
        <p:spPr>
          <a:xfrm>
            <a:off x="3096250" y="1627200"/>
            <a:ext cx="2951400" cy="1584300"/>
          </a:xfrm>
          <a:prstGeom prst="rect">
            <a:avLst/>
          </a:prstGeom>
          <a:noFill/>
          <a:ln>
            <a:noFill/>
          </a:ln>
        </p:spPr>
        <p:txBody>
          <a:bodyPr anchorCtr="0" anchor="ctr" bIns="91425" lIns="91425" spcFirstLastPara="1" rIns="91425" wrap="square" tIns="91425">
            <a:normAutofit/>
          </a:bodyPr>
          <a:lstStyle>
            <a:lvl1pPr lvl="0" algn="ctr">
              <a:lnSpc>
                <a:spcPct val="100000"/>
              </a:lnSpc>
              <a:spcBef>
                <a:spcPts val="0"/>
              </a:spcBef>
              <a:spcAft>
                <a:spcPts val="0"/>
              </a:spcAft>
              <a:buClr>
                <a:schemeClr val="lt1"/>
              </a:buClr>
              <a:buSzPts val="3200"/>
              <a:buNone/>
              <a:defRPr>
                <a:solidFill>
                  <a:schemeClr val="lt1"/>
                </a:solidFill>
              </a:defRPr>
            </a:lvl1pPr>
            <a:lvl2pPr lvl="1" algn="ctr">
              <a:lnSpc>
                <a:spcPct val="100000"/>
              </a:lnSpc>
              <a:spcBef>
                <a:spcPts val="0"/>
              </a:spcBef>
              <a:spcAft>
                <a:spcPts val="0"/>
              </a:spcAft>
              <a:buClr>
                <a:schemeClr val="lt1"/>
              </a:buClr>
              <a:buSzPts val="3200"/>
              <a:buFont typeface="Lato"/>
              <a:buNone/>
              <a:defRPr>
                <a:solidFill>
                  <a:schemeClr val="lt1"/>
                </a:solidFill>
                <a:latin typeface="Lato"/>
                <a:ea typeface="Lato"/>
                <a:cs typeface="Lato"/>
                <a:sym typeface="Lato"/>
              </a:defRPr>
            </a:lvl2pPr>
            <a:lvl3pPr lvl="2" algn="ctr">
              <a:lnSpc>
                <a:spcPct val="100000"/>
              </a:lnSpc>
              <a:spcBef>
                <a:spcPts val="0"/>
              </a:spcBef>
              <a:spcAft>
                <a:spcPts val="0"/>
              </a:spcAft>
              <a:buClr>
                <a:schemeClr val="lt1"/>
              </a:buClr>
              <a:buSzPts val="3200"/>
              <a:buFont typeface="Lato"/>
              <a:buNone/>
              <a:defRPr>
                <a:solidFill>
                  <a:schemeClr val="lt1"/>
                </a:solidFill>
                <a:latin typeface="Lato"/>
                <a:ea typeface="Lato"/>
                <a:cs typeface="Lato"/>
                <a:sym typeface="Lato"/>
              </a:defRPr>
            </a:lvl3pPr>
            <a:lvl4pPr lvl="3" algn="ctr">
              <a:lnSpc>
                <a:spcPct val="100000"/>
              </a:lnSpc>
              <a:spcBef>
                <a:spcPts val="0"/>
              </a:spcBef>
              <a:spcAft>
                <a:spcPts val="0"/>
              </a:spcAft>
              <a:buClr>
                <a:schemeClr val="lt1"/>
              </a:buClr>
              <a:buSzPts val="3200"/>
              <a:buFont typeface="Lato"/>
              <a:buNone/>
              <a:defRPr>
                <a:solidFill>
                  <a:schemeClr val="lt1"/>
                </a:solidFill>
                <a:latin typeface="Lato"/>
                <a:ea typeface="Lato"/>
                <a:cs typeface="Lato"/>
                <a:sym typeface="Lato"/>
              </a:defRPr>
            </a:lvl4pPr>
            <a:lvl5pPr lvl="4" algn="ctr">
              <a:lnSpc>
                <a:spcPct val="100000"/>
              </a:lnSpc>
              <a:spcBef>
                <a:spcPts val="0"/>
              </a:spcBef>
              <a:spcAft>
                <a:spcPts val="0"/>
              </a:spcAft>
              <a:buClr>
                <a:schemeClr val="lt1"/>
              </a:buClr>
              <a:buSzPts val="3200"/>
              <a:buFont typeface="Lato"/>
              <a:buNone/>
              <a:defRPr>
                <a:solidFill>
                  <a:schemeClr val="lt1"/>
                </a:solidFill>
                <a:latin typeface="Lato"/>
                <a:ea typeface="Lato"/>
                <a:cs typeface="Lato"/>
                <a:sym typeface="Lato"/>
              </a:defRPr>
            </a:lvl5pPr>
            <a:lvl6pPr lvl="5" algn="ctr">
              <a:lnSpc>
                <a:spcPct val="100000"/>
              </a:lnSpc>
              <a:spcBef>
                <a:spcPts val="0"/>
              </a:spcBef>
              <a:spcAft>
                <a:spcPts val="0"/>
              </a:spcAft>
              <a:buClr>
                <a:schemeClr val="lt1"/>
              </a:buClr>
              <a:buSzPts val="3200"/>
              <a:buFont typeface="Lato"/>
              <a:buNone/>
              <a:defRPr>
                <a:solidFill>
                  <a:schemeClr val="lt1"/>
                </a:solidFill>
                <a:latin typeface="Lato"/>
                <a:ea typeface="Lato"/>
                <a:cs typeface="Lato"/>
                <a:sym typeface="Lato"/>
              </a:defRPr>
            </a:lvl6pPr>
            <a:lvl7pPr lvl="6" algn="ctr">
              <a:lnSpc>
                <a:spcPct val="100000"/>
              </a:lnSpc>
              <a:spcBef>
                <a:spcPts val="0"/>
              </a:spcBef>
              <a:spcAft>
                <a:spcPts val="0"/>
              </a:spcAft>
              <a:buClr>
                <a:schemeClr val="lt1"/>
              </a:buClr>
              <a:buSzPts val="3200"/>
              <a:buFont typeface="Lato"/>
              <a:buNone/>
              <a:defRPr>
                <a:solidFill>
                  <a:schemeClr val="lt1"/>
                </a:solidFill>
                <a:latin typeface="Lato"/>
                <a:ea typeface="Lato"/>
                <a:cs typeface="Lato"/>
                <a:sym typeface="Lato"/>
              </a:defRPr>
            </a:lvl7pPr>
            <a:lvl8pPr lvl="7" algn="ctr">
              <a:lnSpc>
                <a:spcPct val="100000"/>
              </a:lnSpc>
              <a:spcBef>
                <a:spcPts val="0"/>
              </a:spcBef>
              <a:spcAft>
                <a:spcPts val="0"/>
              </a:spcAft>
              <a:buClr>
                <a:schemeClr val="lt1"/>
              </a:buClr>
              <a:buSzPts val="3200"/>
              <a:buFont typeface="Lato"/>
              <a:buNone/>
              <a:defRPr>
                <a:solidFill>
                  <a:schemeClr val="lt1"/>
                </a:solidFill>
                <a:latin typeface="Lato"/>
                <a:ea typeface="Lato"/>
                <a:cs typeface="Lato"/>
                <a:sym typeface="Lato"/>
              </a:defRPr>
            </a:lvl8pPr>
            <a:lvl9pPr lvl="8" algn="ctr">
              <a:lnSpc>
                <a:spcPct val="100000"/>
              </a:lnSpc>
              <a:spcBef>
                <a:spcPts val="0"/>
              </a:spcBef>
              <a:spcAft>
                <a:spcPts val="0"/>
              </a:spcAft>
              <a:buClr>
                <a:schemeClr val="lt1"/>
              </a:buClr>
              <a:buSzPts val="3200"/>
              <a:buFont typeface="Lato"/>
              <a:buNone/>
              <a:defRPr>
                <a:solidFill>
                  <a:schemeClr val="lt1"/>
                </a:solidFill>
                <a:latin typeface="Lato"/>
                <a:ea typeface="Lato"/>
                <a:cs typeface="Lato"/>
                <a:sym typeface="Lato"/>
              </a:defRPr>
            </a:lvl9pPr>
          </a:lstStyle>
          <a:p/>
        </p:txBody>
      </p:sp>
      <p:sp>
        <p:nvSpPr>
          <p:cNvPr id="64" name="Google Shape;64;g33d9fc40065_0_460"/>
          <p:cNvSpPr txBox="1"/>
          <p:nvPr>
            <p:ph idx="1" type="subTitle"/>
          </p:nvPr>
        </p:nvSpPr>
        <p:spPr>
          <a:xfrm>
            <a:off x="3096363" y="3266930"/>
            <a:ext cx="2951400" cy="7014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Clr>
                <a:schemeClr val="lt1"/>
              </a:buClr>
              <a:buSzPts val="1800"/>
              <a:buNone/>
              <a:defRPr b="1">
                <a:solidFill>
                  <a:schemeClr val="lt1"/>
                </a:solidFill>
              </a:defRPr>
            </a:lvl1pPr>
            <a:lvl2pPr lvl="1" algn="ctr">
              <a:lnSpc>
                <a:spcPct val="100000"/>
              </a:lnSpc>
              <a:spcBef>
                <a:spcPts val="0"/>
              </a:spcBef>
              <a:spcAft>
                <a:spcPts val="0"/>
              </a:spcAft>
              <a:buClr>
                <a:schemeClr val="lt1"/>
              </a:buClr>
              <a:buSzPts val="1800"/>
              <a:buFont typeface="Playfair Display"/>
              <a:buNone/>
              <a:defRPr b="1" sz="1800">
                <a:solidFill>
                  <a:schemeClr val="lt1"/>
                </a:solidFill>
                <a:latin typeface="Playfair Display"/>
                <a:ea typeface="Playfair Display"/>
                <a:cs typeface="Playfair Display"/>
                <a:sym typeface="Playfair Display"/>
              </a:defRPr>
            </a:lvl2pPr>
            <a:lvl3pPr lvl="2" algn="ctr">
              <a:lnSpc>
                <a:spcPct val="100000"/>
              </a:lnSpc>
              <a:spcBef>
                <a:spcPts val="0"/>
              </a:spcBef>
              <a:spcAft>
                <a:spcPts val="0"/>
              </a:spcAft>
              <a:buClr>
                <a:schemeClr val="lt1"/>
              </a:buClr>
              <a:buSzPts val="1800"/>
              <a:buFont typeface="Playfair Display"/>
              <a:buNone/>
              <a:defRPr b="1" sz="1800">
                <a:solidFill>
                  <a:schemeClr val="lt1"/>
                </a:solidFill>
                <a:latin typeface="Playfair Display"/>
                <a:ea typeface="Playfair Display"/>
                <a:cs typeface="Playfair Display"/>
                <a:sym typeface="Playfair Display"/>
              </a:defRPr>
            </a:lvl3pPr>
            <a:lvl4pPr lvl="3" algn="ctr">
              <a:lnSpc>
                <a:spcPct val="100000"/>
              </a:lnSpc>
              <a:spcBef>
                <a:spcPts val="0"/>
              </a:spcBef>
              <a:spcAft>
                <a:spcPts val="0"/>
              </a:spcAft>
              <a:buClr>
                <a:schemeClr val="lt1"/>
              </a:buClr>
              <a:buSzPts val="1800"/>
              <a:buFont typeface="Playfair Display"/>
              <a:buNone/>
              <a:defRPr b="1" sz="1800">
                <a:solidFill>
                  <a:schemeClr val="lt1"/>
                </a:solidFill>
                <a:latin typeface="Playfair Display"/>
                <a:ea typeface="Playfair Display"/>
                <a:cs typeface="Playfair Display"/>
                <a:sym typeface="Playfair Display"/>
              </a:defRPr>
            </a:lvl4pPr>
            <a:lvl5pPr lvl="4" algn="ctr">
              <a:lnSpc>
                <a:spcPct val="100000"/>
              </a:lnSpc>
              <a:spcBef>
                <a:spcPts val="0"/>
              </a:spcBef>
              <a:spcAft>
                <a:spcPts val="0"/>
              </a:spcAft>
              <a:buClr>
                <a:schemeClr val="lt1"/>
              </a:buClr>
              <a:buSzPts val="1800"/>
              <a:buFont typeface="Playfair Display"/>
              <a:buNone/>
              <a:defRPr b="1" sz="1800">
                <a:solidFill>
                  <a:schemeClr val="lt1"/>
                </a:solidFill>
                <a:latin typeface="Playfair Display"/>
                <a:ea typeface="Playfair Display"/>
                <a:cs typeface="Playfair Display"/>
                <a:sym typeface="Playfair Display"/>
              </a:defRPr>
            </a:lvl5pPr>
            <a:lvl6pPr lvl="5" algn="ctr">
              <a:lnSpc>
                <a:spcPct val="100000"/>
              </a:lnSpc>
              <a:spcBef>
                <a:spcPts val="0"/>
              </a:spcBef>
              <a:spcAft>
                <a:spcPts val="0"/>
              </a:spcAft>
              <a:buClr>
                <a:schemeClr val="lt1"/>
              </a:buClr>
              <a:buSzPts val="1800"/>
              <a:buFont typeface="Playfair Display"/>
              <a:buNone/>
              <a:defRPr b="1" sz="1800">
                <a:solidFill>
                  <a:schemeClr val="lt1"/>
                </a:solidFill>
                <a:latin typeface="Playfair Display"/>
                <a:ea typeface="Playfair Display"/>
                <a:cs typeface="Playfair Display"/>
                <a:sym typeface="Playfair Display"/>
              </a:defRPr>
            </a:lvl6pPr>
            <a:lvl7pPr lvl="6" algn="ctr">
              <a:lnSpc>
                <a:spcPct val="100000"/>
              </a:lnSpc>
              <a:spcBef>
                <a:spcPts val="0"/>
              </a:spcBef>
              <a:spcAft>
                <a:spcPts val="0"/>
              </a:spcAft>
              <a:buClr>
                <a:schemeClr val="lt1"/>
              </a:buClr>
              <a:buSzPts val="1800"/>
              <a:buFont typeface="Playfair Display"/>
              <a:buNone/>
              <a:defRPr b="1" sz="1800">
                <a:solidFill>
                  <a:schemeClr val="lt1"/>
                </a:solidFill>
                <a:latin typeface="Playfair Display"/>
                <a:ea typeface="Playfair Display"/>
                <a:cs typeface="Playfair Display"/>
                <a:sym typeface="Playfair Display"/>
              </a:defRPr>
            </a:lvl7pPr>
            <a:lvl8pPr lvl="7" algn="ctr">
              <a:lnSpc>
                <a:spcPct val="100000"/>
              </a:lnSpc>
              <a:spcBef>
                <a:spcPts val="0"/>
              </a:spcBef>
              <a:spcAft>
                <a:spcPts val="0"/>
              </a:spcAft>
              <a:buClr>
                <a:schemeClr val="lt1"/>
              </a:buClr>
              <a:buSzPts val="1800"/>
              <a:buFont typeface="Playfair Display"/>
              <a:buNone/>
              <a:defRPr b="1" sz="1800">
                <a:solidFill>
                  <a:schemeClr val="lt1"/>
                </a:solidFill>
                <a:latin typeface="Playfair Display"/>
                <a:ea typeface="Playfair Display"/>
                <a:cs typeface="Playfair Display"/>
                <a:sym typeface="Playfair Display"/>
              </a:defRPr>
            </a:lvl8pPr>
            <a:lvl9pPr lvl="8" algn="ctr">
              <a:lnSpc>
                <a:spcPct val="100000"/>
              </a:lnSpc>
              <a:spcBef>
                <a:spcPts val="0"/>
              </a:spcBef>
              <a:spcAft>
                <a:spcPts val="0"/>
              </a:spcAft>
              <a:buClr>
                <a:schemeClr val="lt1"/>
              </a:buClr>
              <a:buSzPts val="1800"/>
              <a:buFont typeface="Playfair Display"/>
              <a:buNone/>
              <a:defRPr b="1" sz="1800">
                <a:solidFill>
                  <a:schemeClr val="lt1"/>
                </a:solidFill>
                <a:latin typeface="Playfair Display"/>
                <a:ea typeface="Playfair Display"/>
                <a:cs typeface="Playfair Display"/>
                <a:sym typeface="Playfair Display"/>
              </a:defRPr>
            </a:lvl9pPr>
          </a:lstStyle>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rgbClr val="D8453F"/>
        </a:solidFill>
      </p:bgPr>
    </p:bg>
    <p:spTree>
      <p:nvGrpSpPr>
        <p:cNvPr id="65" name="Shape 65"/>
        <p:cNvGrpSpPr/>
        <p:nvPr/>
      </p:nvGrpSpPr>
      <p:grpSpPr>
        <a:xfrm>
          <a:off x="0" y="0"/>
          <a:ext cx="0" cy="0"/>
          <a:chOff x="0" y="0"/>
          <a:chExt cx="0" cy="0"/>
        </a:xfrm>
      </p:grpSpPr>
      <p:sp>
        <p:nvSpPr>
          <p:cNvPr id="66" name="Google Shape;66;g33d9fc40065_0_465"/>
          <p:cNvSpPr txBox="1"/>
          <p:nvPr>
            <p:ph type="title"/>
          </p:nvPr>
        </p:nvSpPr>
        <p:spPr>
          <a:xfrm>
            <a:off x="509550" y="1423875"/>
            <a:ext cx="8124900" cy="1798200"/>
          </a:xfrm>
          <a:prstGeom prst="rect">
            <a:avLst/>
          </a:prstGeom>
          <a:noFill/>
          <a:ln>
            <a:noFill/>
          </a:ln>
        </p:spPr>
        <p:txBody>
          <a:bodyPr anchorCtr="0" anchor="ctr" bIns="91425" lIns="91425" spcFirstLastPara="1" rIns="91425" wrap="square" tIns="91425">
            <a:normAutofit/>
          </a:bodyPr>
          <a:lstStyle>
            <a:lvl1pPr lvl="0" algn="ctr">
              <a:lnSpc>
                <a:spcPct val="100000"/>
              </a:lnSpc>
              <a:spcBef>
                <a:spcPts val="0"/>
              </a:spcBef>
              <a:spcAft>
                <a:spcPts val="0"/>
              </a:spcAft>
              <a:buClr>
                <a:schemeClr val="lt1"/>
              </a:buClr>
              <a:buSzPts val="4800"/>
              <a:buNone/>
              <a:defRPr sz="4800">
                <a:solidFill>
                  <a:schemeClr val="lt1"/>
                </a:solidFill>
              </a:defRPr>
            </a:lvl1pPr>
            <a:lvl2pPr lvl="1" algn="ctr">
              <a:lnSpc>
                <a:spcPct val="100000"/>
              </a:lnSpc>
              <a:spcBef>
                <a:spcPts val="0"/>
              </a:spcBef>
              <a:spcAft>
                <a:spcPts val="0"/>
              </a:spcAft>
              <a:buClr>
                <a:schemeClr val="lt1"/>
              </a:buClr>
              <a:buSzPts val="4800"/>
              <a:buFont typeface="Lato"/>
              <a:buNone/>
              <a:defRPr b="0" sz="4800">
                <a:solidFill>
                  <a:schemeClr val="lt1"/>
                </a:solidFill>
                <a:latin typeface="Lato"/>
                <a:ea typeface="Lato"/>
                <a:cs typeface="Lato"/>
                <a:sym typeface="Lato"/>
              </a:defRPr>
            </a:lvl2pPr>
            <a:lvl3pPr lvl="2" algn="ctr">
              <a:lnSpc>
                <a:spcPct val="100000"/>
              </a:lnSpc>
              <a:spcBef>
                <a:spcPts val="0"/>
              </a:spcBef>
              <a:spcAft>
                <a:spcPts val="0"/>
              </a:spcAft>
              <a:buClr>
                <a:schemeClr val="lt1"/>
              </a:buClr>
              <a:buSzPts val="4800"/>
              <a:buFont typeface="Lato"/>
              <a:buNone/>
              <a:defRPr b="0" sz="4800">
                <a:solidFill>
                  <a:schemeClr val="lt1"/>
                </a:solidFill>
                <a:latin typeface="Lato"/>
                <a:ea typeface="Lato"/>
                <a:cs typeface="Lato"/>
                <a:sym typeface="Lato"/>
              </a:defRPr>
            </a:lvl3pPr>
            <a:lvl4pPr lvl="3" algn="ctr">
              <a:lnSpc>
                <a:spcPct val="100000"/>
              </a:lnSpc>
              <a:spcBef>
                <a:spcPts val="0"/>
              </a:spcBef>
              <a:spcAft>
                <a:spcPts val="0"/>
              </a:spcAft>
              <a:buClr>
                <a:schemeClr val="lt1"/>
              </a:buClr>
              <a:buSzPts val="4800"/>
              <a:buFont typeface="Lato"/>
              <a:buNone/>
              <a:defRPr b="0" sz="4800">
                <a:solidFill>
                  <a:schemeClr val="lt1"/>
                </a:solidFill>
                <a:latin typeface="Lato"/>
                <a:ea typeface="Lato"/>
                <a:cs typeface="Lato"/>
                <a:sym typeface="Lato"/>
              </a:defRPr>
            </a:lvl4pPr>
            <a:lvl5pPr lvl="4" algn="ctr">
              <a:lnSpc>
                <a:spcPct val="100000"/>
              </a:lnSpc>
              <a:spcBef>
                <a:spcPts val="0"/>
              </a:spcBef>
              <a:spcAft>
                <a:spcPts val="0"/>
              </a:spcAft>
              <a:buClr>
                <a:schemeClr val="lt1"/>
              </a:buClr>
              <a:buSzPts val="4800"/>
              <a:buFont typeface="Lato"/>
              <a:buNone/>
              <a:defRPr b="0" sz="4800">
                <a:solidFill>
                  <a:schemeClr val="lt1"/>
                </a:solidFill>
                <a:latin typeface="Lato"/>
                <a:ea typeface="Lato"/>
                <a:cs typeface="Lato"/>
                <a:sym typeface="Lato"/>
              </a:defRPr>
            </a:lvl5pPr>
            <a:lvl6pPr lvl="5" algn="ctr">
              <a:lnSpc>
                <a:spcPct val="100000"/>
              </a:lnSpc>
              <a:spcBef>
                <a:spcPts val="0"/>
              </a:spcBef>
              <a:spcAft>
                <a:spcPts val="0"/>
              </a:spcAft>
              <a:buClr>
                <a:schemeClr val="lt1"/>
              </a:buClr>
              <a:buSzPts val="4800"/>
              <a:buFont typeface="Lato"/>
              <a:buNone/>
              <a:defRPr b="0" sz="4800">
                <a:solidFill>
                  <a:schemeClr val="lt1"/>
                </a:solidFill>
                <a:latin typeface="Lato"/>
                <a:ea typeface="Lato"/>
                <a:cs typeface="Lato"/>
                <a:sym typeface="Lato"/>
              </a:defRPr>
            </a:lvl6pPr>
            <a:lvl7pPr lvl="6" algn="ctr">
              <a:lnSpc>
                <a:spcPct val="100000"/>
              </a:lnSpc>
              <a:spcBef>
                <a:spcPts val="0"/>
              </a:spcBef>
              <a:spcAft>
                <a:spcPts val="0"/>
              </a:spcAft>
              <a:buClr>
                <a:schemeClr val="lt1"/>
              </a:buClr>
              <a:buSzPts val="4800"/>
              <a:buFont typeface="Lato"/>
              <a:buNone/>
              <a:defRPr b="0" sz="4800">
                <a:solidFill>
                  <a:schemeClr val="lt1"/>
                </a:solidFill>
                <a:latin typeface="Lato"/>
                <a:ea typeface="Lato"/>
                <a:cs typeface="Lato"/>
                <a:sym typeface="Lato"/>
              </a:defRPr>
            </a:lvl7pPr>
            <a:lvl8pPr lvl="7" algn="ctr">
              <a:lnSpc>
                <a:spcPct val="100000"/>
              </a:lnSpc>
              <a:spcBef>
                <a:spcPts val="0"/>
              </a:spcBef>
              <a:spcAft>
                <a:spcPts val="0"/>
              </a:spcAft>
              <a:buClr>
                <a:schemeClr val="lt1"/>
              </a:buClr>
              <a:buSzPts val="4800"/>
              <a:buFont typeface="Lato"/>
              <a:buNone/>
              <a:defRPr b="0" sz="4800">
                <a:solidFill>
                  <a:schemeClr val="lt1"/>
                </a:solidFill>
                <a:latin typeface="Lato"/>
                <a:ea typeface="Lato"/>
                <a:cs typeface="Lato"/>
                <a:sym typeface="Lato"/>
              </a:defRPr>
            </a:lvl8pPr>
            <a:lvl9pPr lvl="8" algn="ctr">
              <a:lnSpc>
                <a:spcPct val="100000"/>
              </a:lnSpc>
              <a:spcBef>
                <a:spcPts val="0"/>
              </a:spcBef>
              <a:spcAft>
                <a:spcPts val="0"/>
              </a:spcAft>
              <a:buClr>
                <a:schemeClr val="lt1"/>
              </a:buClr>
              <a:buSzPts val="4800"/>
              <a:buFont typeface="Lato"/>
              <a:buNone/>
              <a:defRPr b="0" sz="4800">
                <a:solidFill>
                  <a:schemeClr val="lt1"/>
                </a:solidFill>
                <a:latin typeface="Lato"/>
                <a:ea typeface="Lato"/>
                <a:cs typeface="Lato"/>
                <a:sym typeface="Lato"/>
              </a:defRPr>
            </a:lvl9pPr>
          </a:lstStyle>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67" name="Shape 67"/>
        <p:cNvGrpSpPr/>
        <p:nvPr/>
      </p:nvGrpSpPr>
      <p:grpSpPr>
        <a:xfrm>
          <a:off x="0" y="0"/>
          <a:ext cx="0" cy="0"/>
          <a:chOff x="0" y="0"/>
          <a:chExt cx="0" cy="0"/>
        </a:xfrm>
      </p:grpSpPr>
      <p:sp>
        <p:nvSpPr>
          <p:cNvPr id="68" name="Google Shape;68;g33d9fc40065_0_471"/>
          <p:cNvSpPr txBox="1"/>
          <p:nvPr>
            <p:ph type="title"/>
          </p:nvPr>
        </p:nvSpPr>
        <p:spPr>
          <a:xfrm>
            <a:off x="311700" y="391350"/>
            <a:ext cx="8520600" cy="6261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3200"/>
              <a:buNone/>
              <a:defRPr/>
            </a:lvl1pPr>
            <a:lvl2pPr lvl="1" algn="l">
              <a:lnSpc>
                <a:spcPct val="100000"/>
              </a:lnSpc>
              <a:spcBef>
                <a:spcPts val="0"/>
              </a:spcBef>
              <a:spcAft>
                <a:spcPts val="0"/>
              </a:spcAft>
              <a:buSzPts val="3200"/>
              <a:buNone/>
              <a:defRPr/>
            </a:lvl2pPr>
            <a:lvl3pPr lvl="2" algn="l">
              <a:lnSpc>
                <a:spcPct val="100000"/>
              </a:lnSpc>
              <a:spcBef>
                <a:spcPts val="0"/>
              </a:spcBef>
              <a:spcAft>
                <a:spcPts val="0"/>
              </a:spcAft>
              <a:buSzPts val="3200"/>
              <a:buNone/>
              <a:defRPr/>
            </a:lvl3pPr>
            <a:lvl4pPr lvl="3" algn="l">
              <a:lnSpc>
                <a:spcPct val="100000"/>
              </a:lnSpc>
              <a:spcBef>
                <a:spcPts val="0"/>
              </a:spcBef>
              <a:spcAft>
                <a:spcPts val="0"/>
              </a:spcAft>
              <a:buSzPts val="3200"/>
              <a:buNone/>
              <a:defRPr/>
            </a:lvl4pPr>
            <a:lvl5pPr lvl="4" algn="l">
              <a:lnSpc>
                <a:spcPct val="100000"/>
              </a:lnSpc>
              <a:spcBef>
                <a:spcPts val="0"/>
              </a:spcBef>
              <a:spcAft>
                <a:spcPts val="0"/>
              </a:spcAft>
              <a:buSzPts val="3200"/>
              <a:buNone/>
              <a:defRPr/>
            </a:lvl5pPr>
            <a:lvl6pPr lvl="5" algn="l">
              <a:lnSpc>
                <a:spcPct val="100000"/>
              </a:lnSpc>
              <a:spcBef>
                <a:spcPts val="0"/>
              </a:spcBef>
              <a:spcAft>
                <a:spcPts val="0"/>
              </a:spcAft>
              <a:buSzPts val="3200"/>
              <a:buNone/>
              <a:defRPr/>
            </a:lvl6pPr>
            <a:lvl7pPr lvl="6" algn="l">
              <a:lnSpc>
                <a:spcPct val="100000"/>
              </a:lnSpc>
              <a:spcBef>
                <a:spcPts val="0"/>
              </a:spcBef>
              <a:spcAft>
                <a:spcPts val="0"/>
              </a:spcAft>
              <a:buSzPts val="3200"/>
              <a:buNone/>
              <a:defRPr/>
            </a:lvl7pPr>
            <a:lvl8pPr lvl="7" algn="l">
              <a:lnSpc>
                <a:spcPct val="100000"/>
              </a:lnSpc>
              <a:spcBef>
                <a:spcPts val="0"/>
              </a:spcBef>
              <a:spcAft>
                <a:spcPts val="0"/>
              </a:spcAft>
              <a:buSzPts val="3200"/>
              <a:buNone/>
              <a:defRPr/>
            </a:lvl8pPr>
            <a:lvl9pPr lvl="8" algn="l">
              <a:lnSpc>
                <a:spcPct val="100000"/>
              </a:lnSpc>
              <a:spcBef>
                <a:spcPts val="0"/>
              </a:spcBef>
              <a:spcAft>
                <a:spcPts val="0"/>
              </a:spcAft>
              <a:buSzPts val="3200"/>
              <a:buNone/>
              <a:defRPr/>
            </a:lvl9pPr>
          </a:lstStyle>
          <a:p/>
        </p:txBody>
      </p:sp>
      <p:sp>
        <p:nvSpPr>
          <p:cNvPr id="69" name="Google Shape;69;g33d9fc40065_0_471"/>
          <p:cNvSpPr txBox="1"/>
          <p:nvPr>
            <p:ph idx="1" type="body"/>
          </p:nvPr>
        </p:nvSpPr>
        <p:spPr>
          <a:xfrm>
            <a:off x="3117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70" name="Google Shape;70;g33d9fc40065_0_471"/>
          <p:cNvSpPr txBox="1"/>
          <p:nvPr>
            <p:ph idx="2" type="body"/>
          </p:nvPr>
        </p:nvSpPr>
        <p:spPr>
          <a:xfrm>
            <a:off x="48324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71" name="Google Shape;71;g33d9fc40065_0_471"/>
          <p:cNvSpPr txBox="1"/>
          <p:nvPr>
            <p:ph idx="12" type="sldNum"/>
          </p:nvPr>
        </p:nvSpPr>
        <p:spPr>
          <a:xfrm>
            <a:off x="8490250" y="4681009"/>
            <a:ext cx="548700" cy="393600"/>
          </a:xfrm>
          <a:prstGeom prst="rect">
            <a:avLst/>
          </a:prstGeom>
          <a:noFill/>
          <a:ln>
            <a:noFill/>
          </a:ln>
        </p:spPr>
        <p:txBody>
          <a:bodyPr anchorCtr="0" anchor="ctr" bIns="91425" lIns="91425" spcFirstLastPara="1" rIns="91425" wrap="square" tIns="91425">
            <a:noAutofit/>
          </a:bodyPr>
          <a:lstStyle>
            <a:lvl1pPr indent="0" lvl="0"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1pPr>
            <a:lvl2pPr indent="0" lvl="1"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indent="0" lvl="2"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indent="0" lvl="3"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indent="0" lvl="4"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indent="0" lvl="5"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indent="0" lvl="6"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indent="0" lvl="7"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indent="0" lvl="8"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72" name="Shape 72"/>
        <p:cNvGrpSpPr/>
        <p:nvPr/>
      </p:nvGrpSpPr>
      <p:grpSpPr>
        <a:xfrm>
          <a:off x="0" y="0"/>
          <a:ext cx="0" cy="0"/>
          <a:chOff x="0" y="0"/>
          <a:chExt cx="0" cy="0"/>
        </a:xfrm>
      </p:grpSpPr>
      <p:sp>
        <p:nvSpPr>
          <p:cNvPr id="73" name="Google Shape;73;g33d9fc40065_0_476"/>
          <p:cNvSpPr txBox="1"/>
          <p:nvPr>
            <p:ph type="title"/>
          </p:nvPr>
        </p:nvSpPr>
        <p:spPr>
          <a:xfrm>
            <a:off x="311700" y="391350"/>
            <a:ext cx="8520600" cy="6261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3200"/>
              <a:buNone/>
              <a:defRPr/>
            </a:lvl1pPr>
            <a:lvl2pPr lvl="1" algn="l">
              <a:lnSpc>
                <a:spcPct val="100000"/>
              </a:lnSpc>
              <a:spcBef>
                <a:spcPts val="0"/>
              </a:spcBef>
              <a:spcAft>
                <a:spcPts val="0"/>
              </a:spcAft>
              <a:buSzPts val="3200"/>
              <a:buNone/>
              <a:defRPr/>
            </a:lvl2pPr>
            <a:lvl3pPr lvl="2" algn="l">
              <a:lnSpc>
                <a:spcPct val="100000"/>
              </a:lnSpc>
              <a:spcBef>
                <a:spcPts val="0"/>
              </a:spcBef>
              <a:spcAft>
                <a:spcPts val="0"/>
              </a:spcAft>
              <a:buSzPts val="3200"/>
              <a:buNone/>
              <a:defRPr/>
            </a:lvl3pPr>
            <a:lvl4pPr lvl="3" algn="l">
              <a:lnSpc>
                <a:spcPct val="100000"/>
              </a:lnSpc>
              <a:spcBef>
                <a:spcPts val="0"/>
              </a:spcBef>
              <a:spcAft>
                <a:spcPts val="0"/>
              </a:spcAft>
              <a:buSzPts val="3200"/>
              <a:buNone/>
              <a:defRPr/>
            </a:lvl4pPr>
            <a:lvl5pPr lvl="4" algn="l">
              <a:lnSpc>
                <a:spcPct val="100000"/>
              </a:lnSpc>
              <a:spcBef>
                <a:spcPts val="0"/>
              </a:spcBef>
              <a:spcAft>
                <a:spcPts val="0"/>
              </a:spcAft>
              <a:buSzPts val="3200"/>
              <a:buNone/>
              <a:defRPr/>
            </a:lvl5pPr>
            <a:lvl6pPr lvl="5" algn="l">
              <a:lnSpc>
                <a:spcPct val="100000"/>
              </a:lnSpc>
              <a:spcBef>
                <a:spcPts val="0"/>
              </a:spcBef>
              <a:spcAft>
                <a:spcPts val="0"/>
              </a:spcAft>
              <a:buSzPts val="3200"/>
              <a:buNone/>
              <a:defRPr/>
            </a:lvl6pPr>
            <a:lvl7pPr lvl="6" algn="l">
              <a:lnSpc>
                <a:spcPct val="100000"/>
              </a:lnSpc>
              <a:spcBef>
                <a:spcPts val="0"/>
              </a:spcBef>
              <a:spcAft>
                <a:spcPts val="0"/>
              </a:spcAft>
              <a:buSzPts val="3200"/>
              <a:buNone/>
              <a:defRPr/>
            </a:lvl7pPr>
            <a:lvl8pPr lvl="7" algn="l">
              <a:lnSpc>
                <a:spcPct val="100000"/>
              </a:lnSpc>
              <a:spcBef>
                <a:spcPts val="0"/>
              </a:spcBef>
              <a:spcAft>
                <a:spcPts val="0"/>
              </a:spcAft>
              <a:buSzPts val="3200"/>
              <a:buNone/>
              <a:defRPr/>
            </a:lvl8pPr>
            <a:lvl9pPr lvl="8" algn="l">
              <a:lnSpc>
                <a:spcPct val="100000"/>
              </a:lnSpc>
              <a:spcBef>
                <a:spcPts val="0"/>
              </a:spcBef>
              <a:spcAft>
                <a:spcPts val="0"/>
              </a:spcAft>
              <a:buSzPts val="3200"/>
              <a:buNone/>
              <a:defRPr/>
            </a:lvl9pPr>
          </a:lstStyle>
          <a:p/>
        </p:txBody>
      </p:sp>
      <p:sp>
        <p:nvSpPr>
          <p:cNvPr id="74" name="Google Shape;74;g33d9fc40065_0_476"/>
          <p:cNvSpPr txBox="1"/>
          <p:nvPr>
            <p:ph idx="12" type="sldNum"/>
          </p:nvPr>
        </p:nvSpPr>
        <p:spPr>
          <a:xfrm>
            <a:off x="8490250" y="4681009"/>
            <a:ext cx="548700" cy="393600"/>
          </a:xfrm>
          <a:prstGeom prst="rect">
            <a:avLst/>
          </a:prstGeom>
          <a:noFill/>
          <a:ln>
            <a:noFill/>
          </a:ln>
        </p:spPr>
        <p:txBody>
          <a:bodyPr anchorCtr="0" anchor="ctr" bIns="91425" lIns="91425" spcFirstLastPara="1" rIns="91425" wrap="square" tIns="91425">
            <a:noAutofit/>
          </a:bodyPr>
          <a:lstStyle>
            <a:lvl1pPr indent="0" lvl="0"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1pPr>
            <a:lvl2pPr indent="0" lvl="1"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indent="0" lvl="2"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indent="0" lvl="3"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indent="0" lvl="4"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indent="0" lvl="5"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indent="0" lvl="6"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indent="0" lvl="7"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indent="0" lvl="8"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75" name="Shape 75"/>
        <p:cNvGrpSpPr/>
        <p:nvPr/>
      </p:nvGrpSpPr>
      <p:grpSpPr>
        <a:xfrm>
          <a:off x="0" y="0"/>
          <a:ext cx="0" cy="0"/>
          <a:chOff x="0" y="0"/>
          <a:chExt cx="0" cy="0"/>
        </a:xfrm>
      </p:grpSpPr>
      <p:sp>
        <p:nvSpPr>
          <p:cNvPr id="76" name="Google Shape;76;g33d9fc40065_0_479"/>
          <p:cNvSpPr txBox="1"/>
          <p:nvPr>
            <p:ph type="title"/>
          </p:nvPr>
        </p:nvSpPr>
        <p:spPr>
          <a:xfrm>
            <a:off x="311700" y="555600"/>
            <a:ext cx="2808000" cy="755700"/>
          </a:xfrm>
          <a:prstGeom prst="rect">
            <a:avLst/>
          </a:prstGeom>
          <a:noFill/>
          <a:ln>
            <a:noFill/>
          </a:ln>
        </p:spPr>
        <p:txBody>
          <a:bodyPr anchorCtr="0" anchor="b" bIns="91425" lIns="91425" spcFirstLastPara="1" rIns="91425" wrap="square" tIns="91425">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77" name="Google Shape;77;g33d9fc40065_0_479"/>
          <p:cNvSpPr txBox="1"/>
          <p:nvPr>
            <p:ph idx="1" type="body"/>
          </p:nvPr>
        </p:nvSpPr>
        <p:spPr>
          <a:xfrm>
            <a:off x="311700" y="1391378"/>
            <a:ext cx="2808000" cy="3179400"/>
          </a:xfrm>
          <a:prstGeom prst="rect">
            <a:avLst/>
          </a:prstGeom>
          <a:noFill/>
          <a:ln>
            <a:noFill/>
          </a:ln>
        </p:spPr>
        <p:txBody>
          <a:bodyPr anchorCtr="0" anchor="t" bIns="91425" lIns="91425" spcFirstLastPara="1" rIns="91425" wrap="square" tIns="91425">
            <a:normAutofit/>
          </a:bodyPr>
          <a:lstStyle>
            <a:lvl1pPr indent="-304800" lvl="0" marL="457200" algn="l">
              <a:lnSpc>
                <a:spcPct val="115000"/>
              </a:lnSpc>
              <a:spcBef>
                <a:spcPts val="0"/>
              </a:spcBef>
              <a:spcAft>
                <a:spcPts val="0"/>
              </a:spcAft>
              <a:buSzPts val="1200"/>
              <a:buChar char="●"/>
              <a:defRPr sz="12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78" name="Google Shape;78;g33d9fc40065_0_479"/>
          <p:cNvSpPr txBox="1"/>
          <p:nvPr>
            <p:ph idx="12" type="sldNum"/>
          </p:nvPr>
        </p:nvSpPr>
        <p:spPr>
          <a:xfrm>
            <a:off x="8490250" y="4681009"/>
            <a:ext cx="548700" cy="393600"/>
          </a:xfrm>
          <a:prstGeom prst="rect">
            <a:avLst/>
          </a:prstGeom>
          <a:noFill/>
          <a:ln>
            <a:noFill/>
          </a:ln>
        </p:spPr>
        <p:txBody>
          <a:bodyPr anchorCtr="0" anchor="ctr" bIns="91425" lIns="91425" spcFirstLastPara="1" rIns="91425" wrap="square" tIns="91425">
            <a:noAutofit/>
          </a:bodyPr>
          <a:lstStyle>
            <a:lvl1pPr indent="0" lvl="0"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1pPr>
            <a:lvl2pPr indent="0" lvl="1"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indent="0" lvl="2"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indent="0" lvl="3"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indent="0" lvl="4"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indent="0" lvl="5"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indent="0" lvl="6"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indent="0" lvl="7"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indent="0" lvl="8"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rgbClr val="EEB33A"/>
        </a:solidFill>
      </p:bgPr>
    </p:bg>
    <p:spTree>
      <p:nvGrpSpPr>
        <p:cNvPr id="79" name="Shape 79"/>
        <p:cNvGrpSpPr/>
        <p:nvPr/>
      </p:nvGrpSpPr>
      <p:grpSpPr>
        <a:xfrm>
          <a:off x="0" y="0"/>
          <a:ext cx="0" cy="0"/>
          <a:chOff x="0" y="0"/>
          <a:chExt cx="0" cy="0"/>
        </a:xfrm>
      </p:grpSpPr>
      <p:sp>
        <p:nvSpPr>
          <p:cNvPr id="80" name="Google Shape;80;g33d9fc40065_0_483"/>
          <p:cNvSpPr txBox="1"/>
          <p:nvPr>
            <p:ph type="title"/>
          </p:nvPr>
        </p:nvSpPr>
        <p:spPr>
          <a:xfrm>
            <a:off x="490250" y="526350"/>
            <a:ext cx="5618700" cy="4090800"/>
          </a:xfrm>
          <a:prstGeom prst="rect">
            <a:avLst/>
          </a:prstGeom>
          <a:noFill/>
          <a:ln>
            <a:noFill/>
          </a:ln>
        </p:spPr>
        <p:txBody>
          <a:bodyPr anchorCtr="0" anchor="ctr" bIns="91425" lIns="91425" spcFirstLastPara="1" rIns="91425" wrap="square" tIns="91425">
            <a:normAutofit/>
          </a:bodyPr>
          <a:lstStyle>
            <a:lvl1pPr lvl="0" algn="l">
              <a:lnSpc>
                <a:spcPct val="100000"/>
              </a:lnSpc>
              <a:spcBef>
                <a:spcPts val="0"/>
              </a:spcBef>
              <a:spcAft>
                <a:spcPts val="0"/>
              </a:spcAft>
              <a:buClr>
                <a:schemeClr val="lt1"/>
              </a:buClr>
              <a:buSzPts val="4800"/>
              <a:buFont typeface="Lato"/>
              <a:buNone/>
              <a:defRPr b="0" sz="4800">
                <a:solidFill>
                  <a:schemeClr val="lt1"/>
                </a:solidFill>
                <a:latin typeface="Lato"/>
                <a:ea typeface="Lato"/>
                <a:cs typeface="Lato"/>
                <a:sym typeface="Lato"/>
              </a:defRPr>
            </a:lvl1pPr>
            <a:lvl2pPr lvl="1" algn="l">
              <a:lnSpc>
                <a:spcPct val="100000"/>
              </a:lnSpc>
              <a:spcBef>
                <a:spcPts val="0"/>
              </a:spcBef>
              <a:spcAft>
                <a:spcPts val="0"/>
              </a:spcAft>
              <a:buClr>
                <a:schemeClr val="lt1"/>
              </a:buClr>
              <a:buSzPts val="4800"/>
              <a:buFont typeface="Lato"/>
              <a:buNone/>
              <a:defRPr b="0" sz="4800">
                <a:solidFill>
                  <a:schemeClr val="lt1"/>
                </a:solidFill>
                <a:latin typeface="Lato"/>
                <a:ea typeface="Lato"/>
                <a:cs typeface="Lato"/>
                <a:sym typeface="Lato"/>
              </a:defRPr>
            </a:lvl2pPr>
            <a:lvl3pPr lvl="2" algn="l">
              <a:lnSpc>
                <a:spcPct val="100000"/>
              </a:lnSpc>
              <a:spcBef>
                <a:spcPts val="0"/>
              </a:spcBef>
              <a:spcAft>
                <a:spcPts val="0"/>
              </a:spcAft>
              <a:buClr>
                <a:schemeClr val="lt1"/>
              </a:buClr>
              <a:buSzPts val="4800"/>
              <a:buFont typeface="Lato"/>
              <a:buNone/>
              <a:defRPr b="0" sz="4800">
                <a:solidFill>
                  <a:schemeClr val="lt1"/>
                </a:solidFill>
                <a:latin typeface="Lato"/>
                <a:ea typeface="Lato"/>
                <a:cs typeface="Lato"/>
                <a:sym typeface="Lato"/>
              </a:defRPr>
            </a:lvl3pPr>
            <a:lvl4pPr lvl="3" algn="l">
              <a:lnSpc>
                <a:spcPct val="100000"/>
              </a:lnSpc>
              <a:spcBef>
                <a:spcPts val="0"/>
              </a:spcBef>
              <a:spcAft>
                <a:spcPts val="0"/>
              </a:spcAft>
              <a:buClr>
                <a:schemeClr val="lt1"/>
              </a:buClr>
              <a:buSzPts val="4800"/>
              <a:buFont typeface="Lato"/>
              <a:buNone/>
              <a:defRPr b="0" sz="4800">
                <a:solidFill>
                  <a:schemeClr val="lt1"/>
                </a:solidFill>
                <a:latin typeface="Lato"/>
                <a:ea typeface="Lato"/>
                <a:cs typeface="Lato"/>
                <a:sym typeface="Lato"/>
              </a:defRPr>
            </a:lvl4pPr>
            <a:lvl5pPr lvl="4" algn="l">
              <a:lnSpc>
                <a:spcPct val="100000"/>
              </a:lnSpc>
              <a:spcBef>
                <a:spcPts val="0"/>
              </a:spcBef>
              <a:spcAft>
                <a:spcPts val="0"/>
              </a:spcAft>
              <a:buClr>
                <a:schemeClr val="lt1"/>
              </a:buClr>
              <a:buSzPts val="4800"/>
              <a:buFont typeface="Lato"/>
              <a:buNone/>
              <a:defRPr b="0" sz="4800">
                <a:solidFill>
                  <a:schemeClr val="lt1"/>
                </a:solidFill>
                <a:latin typeface="Lato"/>
                <a:ea typeface="Lato"/>
                <a:cs typeface="Lato"/>
                <a:sym typeface="Lato"/>
              </a:defRPr>
            </a:lvl5pPr>
            <a:lvl6pPr lvl="5" algn="l">
              <a:lnSpc>
                <a:spcPct val="100000"/>
              </a:lnSpc>
              <a:spcBef>
                <a:spcPts val="0"/>
              </a:spcBef>
              <a:spcAft>
                <a:spcPts val="0"/>
              </a:spcAft>
              <a:buClr>
                <a:schemeClr val="lt1"/>
              </a:buClr>
              <a:buSzPts val="4800"/>
              <a:buFont typeface="Lato"/>
              <a:buNone/>
              <a:defRPr b="0" sz="4800">
                <a:solidFill>
                  <a:schemeClr val="lt1"/>
                </a:solidFill>
                <a:latin typeface="Lato"/>
                <a:ea typeface="Lato"/>
                <a:cs typeface="Lato"/>
                <a:sym typeface="Lato"/>
              </a:defRPr>
            </a:lvl6pPr>
            <a:lvl7pPr lvl="6" algn="l">
              <a:lnSpc>
                <a:spcPct val="100000"/>
              </a:lnSpc>
              <a:spcBef>
                <a:spcPts val="0"/>
              </a:spcBef>
              <a:spcAft>
                <a:spcPts val="0"/>
              </a:spcAft>
              <a:buClr>
                <a:schemeClr val="lt1"/>
              </a:buClr>
              <a:buSzPts val="4800"/>
              <a:buFont typeface="Lato"/>
              <a:buNone/>
              <a:defRPr b="0" sz="4800">
                <a:solidFill>
                  <a:schemeClr val="lt1"/>
                </a:solidFill>
                <a:latin typeface="Lato"/>
                <a:ea typeface="Lato"/>
                <a:cs typeface="Lato"/>
                <a:sym typeface="Lato"/>
              </a:defRPr>
            </a:lvl7pPr>
            <a:lvl8pPr lvl="7" algn="l">
              <a:lnSpc>
                <a:spcPct val="100000"/>
              </a:lnSpc>
              <a:spcBef>
                <a:spcPts val="0"/>
              </a:spcBef>
              <a:spcAft>
                <a:spcPts val="0"/>
              </a:spcAft>
              <a:buClr>
                <a:schemeClr val="lt1"/>
              </a:buClr>
              <a:buSzPts val="4800"/>
              <a:buFont typeface="Lato"/>
              <a:buNone/>
              <a:defRPr b="0" sz="4800">
                <a:solidFill>
                  <a:schemeClr val="lt1"/>
                </a:solidFill>
                <a:latin typeface="Lato"/>
                <a:ea typeface="Lato"/>
                <a:cs typeface="Lato"/>
                <a:sym typeface="Lato"/>
              </a:defRPr>
            </a:lvl8pPr>
            <a:lvl9pPr lvl="8" algn="l">
              <a:lnSpc>
                <a:spcPct val="100000"/>
              </a:lnSpc>
              <a:spcBef>
                <a:spcPts val="0"/>
              </a:spcBef>
              <a:spcAft>
                <a:spcPts val="0"/>
              </a:spcAft>
              <a:buClr>
                <a:schemeClr val="lt1"/>
              </a:buClr>
              <a:buSzPts val="4800"/>
              <a:buFont typeface="Lato"/>
              <a:buNone/>
              <a:defRPr b="0" sz="4800">
                <a:solidFill>
                  <a:schemeClr val="lt1"/>
                </a:solidFill>
                <a:latin typeface="Lato"/>
                <a:ea typeface="Lato"/>
                <a:cs typeface="Lato"/>
                <a:sym typeface="Lato"/>
              </a:defRPr>
            </a:lvl9pPr>
          </a:lstStyle>
          <a:p/>
        </p:txBody>
      </p:sp>
      <p:sp>
        <p:nvSpPr>
          <p:cNvPr id="81" name="Google Shape;81;g33d9fc40065_0_483"/>
          <p:cNvSpPr txBox="1"/>
          <p:nvPr>
            <p:ph idx="12" type="sldNum"/>
          </p:nvPr>
        </p:nvSpPr>
        <p:spPr>
          <a:xfrm>
            <a:off x="8490250" y="4681009"/>
            <a:ext cx="548700" cy="393600"/>
          </a:xfrm>
          <a:prstGeom prst="rect">
            <a:avLst/>
          </a:prstGeom>
          <a:noFill/>
          <a:ln>
            <a:noFill/>
          </a:ln>
        </p:spPr>
        <p:txBody>
          <a:bodyPr anchorCtr="0" anchor="ctr" bIns="91425" lIns="91425" spcFirstLastPara="1" rIns="91425" wrap="square" tIns="91425">
            <a:noAutofit/>
          </a:bodyPr>
          <a:lstStyle>
            <a:lvl1pPr indent="0" lvl="0" marL="0" marR="0" rtl="0" algn="l">
              <a:lnSpc>
                <a:spcPct val="100000"/>
              </a:lnSpc>
              <a:spcBef>
                <a:spcPts val="0"/>
              </a:spcBef>
              <a:spcAft>
                <a:spcPts val="0"/>
              </a:spcAft>
              <a:buClr>
                <a:srgbClr val="000000"/>
              </a:buClr>
              <a:buSzPts val="1400"/>
              <a:buFont typeface="Arial"/>
              <a:buNone/>
              <a:defRPr b="0" i="0" sz="1400" u="none" cap="none" strike="noStrike">
                <a:solidFill>
                  <a:schemeClr val="lt1"/>
                </a:solidFill>
                <a:latin typeface="Arial"/>
                <a:ea typeface="Arial"/>
                <a:cs typeface="Arial"/>
                <a:sym typeface="Arial"/>
              </a:defRPr>
            </a:lvl1pPr>
            <a:lvl2pPr indent="0" lvl="1" marL="0" marR="0" rtl="0" algn="l">
              <a:lnSpc>
                <a:spcPct val="100000"/>
              </a:lnSpc>
              <a:spcBef>
                <a:spcPts val="0"/>
              </a:spcBef>
              <a:spcAft>
                <a:spcPts val="0"/>
              </a:spcAft>
              <a:buClr>
                <a:srgbClr val="000000"/>
              </a:buClr>
              <a:buSzPts val="1400"/>
              <a:buFont typeface="Arial"/>
              <a:buNone/>
              <a:defRPr b="0" i="0" sz="1400" u="none" cap="none" strike="noStrike">
                <a:solidFill>
                  <a:schemeClr val="lt1"/>
                </a:solidFill>
                <a:latin typeface="Arial"/>
                <a:ea typeface="Arial"/>
                <a:cs typeface="Arial"/>
                <a:sym typeface="Arial"/>
              </a:defRPr>
            </a:lvl2pPr>
            <a:lvl3pPr indent="0" lvl="2" marL="0" marR="0" rtl="0" algn="l">
              <a:lnSpc>
                <a:spcPct val="100000"/>
              </a:lnSpc>
              <a:spcBef>
                <a:spcPts val="0"/>
              </a:spcBef>
              <a:spcAft>
                <a:spcPts val="0"/>
              </a:spcAft>
              <a:buClr>
                <a:srgbClr val="000000"/>
              </a:buClr>
              <a:buSzPts val="1400"/>
              <a:buFont typeface="Arial"/>
              <a:buNone/>
              <a:defRPr b="0" i="0" sz="1400" u="none" cap="none" strike="noStrike">
                <a:solidFill>
                  <a:schemeClr val="lt1"/>
                </a:solidFill>
                <a:latin typeface="Arial"/>
                <a:ea typeface="Arial"/>
                <a:cs typeface="Arial"/>
                <a:sym typeface="Arial"/>
              </a:defRPr>
            </a:lvl3pPr>
            <a:lvl4pPr indent="0" lvl="3" marL="0" marR="0" rtl="0" algn="l">
              <a:lnSpc>
                <a:spcPct val="100000"/>
              </a:lnSpc>
              <a:spcBef>
                <a:spcPts val="0"/>
              </a:spcBef>
              <a:spcAft>
                <a:spcPts val="0"/>
              </a:spcAft>
              <a:buClr>
                <a:srgbClr val="000000"/>
              </a:buClr>
              <a:buSzPts val="1400"/>
              <a:buFont typeface="Arial"/>
              <a:buNone/>
              <a:defRPr b="0" i="0" sz="1400" u="none" cap="none" strike="noStrike">
                <a:solidFill>
                  <a:schemeClr val="lt1"/>
                </a:solidFill>
                <a:latin typeface="Arial"/>
                <a:ea typeface="Arial"/>
                <a:cs typeface="Arial"/>
                <a:sym typeface="Arial"/>
              </a:defRPr>
            </a:lvl4pPr>
            <a:lvl5pPr indent="0" lvl="4" marL="0" marR="0" rtl="0" algn="l">
              <a:lnSpc>
                <a:spcPct val="100000"/>
              </a:lnSpc>
              <a:spcBef>
                <a:spcPts val="0"/>
              </a:spcBef>
              <a:spcAft>
                <a:spcPts val="0"/>
              </a:spcAft>
              <a:buClr>
                <a:srgbClr val="000000"/>
              </a:buClr>
              <a:buSzPts val="1400"/>
              <a:buFont typeface="Arial"/>
              <a:buNone/>
              <a:defRPr b="0" i="0" sz="1400" u="none" cap="none" strike="noStrike">
                <a:solidFill>
                  <a:schemeClr val="lt1"/>
                </a:solidFill>
                <a:latin typeface="Arial"/>
                <a:ea typeface="Arial"/>
                <a:cs typeface="Arial"/>
                <a:sym typeface="Arial"/>
              </a:defRPr>
            </a:lvl5pPr>
            <a:lvl6pPr indent="0" lvl="5" marL="0" marR="0" rtl="0" algn="l">
              <a:lnSpc>
                <a:spcPct val="100000"/>
              </a:lnSpc>
              <a:spcBef>
                <a:spcPts val="0"/>
              </a:spcBef>
              <a:spcAft>
                <a:spcPts val="0"/>
              </a:spcAft>
              <a:buClr>
                <a:srgbClr val="000000"/>
              </a:buClr>
              <a:buSzPts val="1400"/>
              <a:buFont typeface="Arial"/>
              <a:buNone/>
              <a:defRPr b="0" i="0" sz="1400" u="none" cap="none" strike="noStrike">
                <a:solidFill>
                  <a:schemeClr val="lt1"/>
                </a:solidFill>
                <a:latin typeface="Arial"/>
                <a:ea typeface="Arial"/>
                <a:cs typeface="Arial"/>
                <a:sym typeface="Arial"/>
              </a:defRPr>
            </a:lvl6pPr>
            <a:lvl7pPr indent="0" lvl="6" marL="0" marR="0" rtl="0" algn="l">
              <a:lnSpc>
                <a:spcPct val="100000"/>
              </a:lnSpc>
              <a:spcBef>
                <a:spcPts val="0"/>
              </a:spcBef>
              <a:spcAft>
                <a:spcPts val="0"/>
              </a:spcAft>
              <a:buClr>
                <a:srgbClr val="000000"/>
              </a:buClr>
              <a:buSzPts val="1400"/>
              <a:buFont typeface="Arial"/>
              <a:buNone/>
              <a:defRPr b="0" i="0" sz="1400" u="none" cap="none" strike="noStrike">
                <a:solidFill>
                  <a:schemeClr val="lt1"/>
                </a:solidFill>
                <a:latin typeface="Arial"/>
                <a:ea typeface="Arial"/>
                <a:cs typeface="Arial"/>
                <a:sym typeface="Arial"/>
              </a:defRPr>
            </a:lvl7pPr>
            <a:lvl8pPr indent="0" lvl="7" marL="0" marR="0" rtl="0" algn="l">
              <a:lnSpc>
                <a:spcPct val="100000"/>
              </a:lnSpc>
              <a:spcBef>
                <a:spcPts val="0"/>
              </a:spcBef>
              <a:spcAft>
                <a:spcPts val="0"/>
              </a:spcAft>
              <a:buClr>
                <a:srgbClr val="000000"/>
              </a:buClr>
              <a:buSzPts val="1400"/>
              <a:buFont typeface="Arial"/>
              <a:buNone/>
              <a:defRPr b="0" i="0" sz="1400" u="none" cap="none" strike="noStrike">
                <a:solidFill>
                  <a:schemeClr val="lt1"/>
                </a:solidFill>
                <a:latin typeface="Arial"/>
                <a:ea typeface="Arial"/>
                <a:cs typeface="Arial"/>
                <a:sym typeface="Arial"/>
              </a:defRPr>
            </a:lvl8pPr>
            <a:lvl9pPr indent="0" lvl="8" marL="0" marR="0" rtl="0" algn="l">
              <a:lnSpc>
                <a:spcPct val="100000"/>
              </a:lnSpc>
              <a:spcBef>
                <a:spcPts val="0"/>
              </a:spcBef>
              <a:spcAft>
                <a:spcPts val="0"/>
              </a:spcAft>
              <a:buClr>
                <a:srgbClr val="000000"/>
              </a:buClr>
              <a:buSzPts val="1400"/>
              <a:buFont typeface="Arial"/>
              <a:buNone/>
              <a:defRPr b="0" i="0" sz="1400" u="none" cap="none" strike="noStrike">
                <a:solidFill>
                  <a:schemeClr val="lt1"/>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82" name="Shape 82"/>
        <p:cNvGrpSpPr/>
        <p:nvPr/>
      </p:nvGrpSpPr>
      <p:grpSpPr>
        <a:xfrm>
          <a:off x="0" y="0"/>
          <a:ext cx="0" cy="0"/>
          <a:chOff x="0" y="0"/>
          <a:chExt cx="0" cy="0"/>
        </a:xfrm>
      </p:grpSpPr>
      <p:sp>
        <p:nvSpPr>
          <p:cNvPr id="83" name="Google Shape;83;g33d9fc40065_0_486"/>
          <p:cNvSpPr/>
          <p:nvPr/>
        </p:nvSpPr>
        <p:spPr>
          <a:xfrm>
            <a:off x="4572000" y="-25"/>
            <a:ext cx="4572000" cy="5143500"/>
          </a:xfrm>
          <a:prstGeom prst="rect">
            <a:avLst/>
          </a:prstGeom>
          <a:solidFill>
            <a:srgbClr val="EEB33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highlight>
                <a:srgbClr val="EEB33A"/>
              </a:highlight>
              <a:latin typeface="Arial"/>
              <a:ea typeface="Arial"/>
              <a:cs typeface="Arial"/>
              <a:sym typeface="Arial"/>
            </a:endParaRPr>
          </a:p>
        </p:txBody>
      </p:sp>
      <p:cxnSp>
        <p:nvCxnSpPr>
          <p:cNvPr id="84" name="Google Shape;84;g33d9fc40065_0_486"/>
          <p:cNvCxnSpPr/>
          <p:nvPr/>
        </p:nvCxnSpPr>
        <p:spPr>
          <a:xfrm>
            <a:off x="5029675" y="4495500"/>
            <a:ext cx="468300" cy="0"/>
          </a:xfrm>
          <a:prstGeom prst="straightConnector1">
            <a:avLst/>
          </a:prstGeom>
          <a:noFill/>
          <a:ln cap="flat" cmpd="sng" w="19050">
            <a:solidFill>
              <a:schemeClr val="lt1"/>
            </a:solidFill>
            <a:prstDash val="solid"/>
            <a:round/>
            <a:headEnd len="sm" w="sm" type="none"/>
            <a:tailEnd len="sm" w="sm" type="none"/>
          </a:ln>
        </p:spPr>
      </p:cxnSp>
      <p:sp>
        <p:nvSpPr>
          <p:cNvPr id="85" name="Google Shape;85;g33d9fc40065_0_486"/>
          <p:cNvSpPr txBox="1"/>
          <p:nvPr>
            <p:ph type="title"/>
          </p:nvPr>
        </p:nvSpPr>
        <p:spPr>
          <a:xfrm>
            <a:off x="265500" y="1107950"/>
            <a:ext cx="4045200" cy="16836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Clr>
                <a:srgbClr val="D8453F"/>
              </a:buClr>
              <a:buSzPts val="4200"/>
              <a:buNone/>
              <a:defRPr sz="4200">
                <a:solidFill>
                  <a:srgbClr val="D8453F"/>
                </a:solidFill>
              </a:defRPr>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p:txBody>
      </p:sp>
      <p:sp>
        <p:nvSpPr>
          <p:cNvPr id="86" name="Google Shape;86;g33d9fc40065_0_486"/>
          <p:cNvSpPr txBox="1"/>
          <p:nvPr>
            <p:ph idx="1" type="subTitle"/>
          </p:nvPr>
        </p:nvSpPr>
        <p:spPr>
          <a:xfrm>
            <a:off x="265500" y="2845201"/>
            <a:ext cx="4045200" cy="13455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87" name="Google Shape;87;g33d9fc40065_0_486"/>
          <p:cNvSpPr txBox="1"/>
          <p:nvPr>
            <p:ph idx="2" type="body"/>
          </p:nvPr>
        </p:nvSpPr>
        <p:spPr>
          <a:xfrm>
            <a:off x="4939500" y="724200"/>
            <a:ext cx="3837000" cy="3695100"/>
          </a:xfrm>
          <a:prstGeom prst="rect">
            <a:avLst/>
          </a:prstGeom>
          <a:noFill/>
          <a:ln>
            <a:noFill/>
          </a:ln>
        </p:spPr>
        <p:txBody>
          <a:bodyPr anchorCtr="0" anchor="ctr" bIns="91425" lIns="91425" spcFirstLastPara="1" rIns="91425" wrap="square" tIns="91425">
            <a:normAutofit/>
          </a:bodyPr>
          <a:lstStyle>
            <a:lvl1pPr indent="-342900" lvl="0" marL="457200" algn="l">
              <a:lnSpc>
                <a:spcPct val="115000"/>
              </a:lnSpc>
              <a:spcBef>
                <a:spcPts val="0"/>
              </a:spcBef>
              <a:spcAft>
                <a:spcPts val="0"/>
              </a:spcAft>
              <a:buClr>
                <a:schemeClr val="lt1"/>
              </a:buClr>
              <a:buSzPts val="1800"/>
              <a:buChar char="●"/>
              <a:defRPr>
                <a:solidFill>
                  <a:schemeClr val="lt1"/>
                </a:solidFill>
              </a:defRPr>
            </a:lvl1pPr>
            <a:lvl2pPr indent="-317500" lvl="1" marL="914400" algn="l">
              <a:lnSpc>
                <a:spcPct val="115000"/>
              </a:lnSpc>
              <a:spcBef>
                <a:spcPts val="0"/>
              </a:spcBef>
              <a:spcAft>
                <a:spcPts val="0"/>
              </a:spcAft>
              <a:buClr>
                <a:schemeClr val="lt1"/>
              </a:buClr>
              <a:buSzPts val="1400"/>
              <a:buChar char="○"/>
              <a:defRPr>
                <a:solidFill>
                  <a:schemeClr val="lt1"/>
                </a:solidFill>
              </a:defRPr>
            </a:lvl2pPr>
            <a:lvl3pPr indent="-317500" lvl="2" marL="1371600" algn="l">
              <a:lnSpc>
                <a:spcPct val="115000"/>
              </a:lnSpc>
              <a:spcBef>
                <a:spcPts val="0"/>
              </a:spcBef>
              <a:spcAft>
                <a:spcPts val="0"/>
              </a:spcAft>
              <a:buClr>
                <a:schemeClr val="lt1"/>
              </a:buClr>
              <a:buSzPts val="1400"/>
              <a:buChar char="■"/>
              <a:defRPr>
                <a:solidFill>
                  <a:schemeClr val="lt1"/>
                </a:solidFill>
              </a:defRPr>
            </a:lvl3pPr>
            <a:lvl4pPr indent="-317500" lvl="3" marL="1828800" algn="l">
              <a:lnSpc>
                <a:spcPct val="115000"/>
              </a:lnSpc>
              <a:spcBef>
                <a:spcPts val="0"/>
              </a:spcBef>
              <a:spcAft>
                <a:spcPts val="0"/>
              </a:spcAft>
              <a:buClr>
                <a:schemeClr val="lt1"/>
              </a:buClr>
              <a:buSzPts val="1400"/>
              <a:buChar char="●"/>
              <a:defRPr>
                <a:solidFill>
                  <a:schemeClr val="lt1"/>
                </a:solidFill>
              </a:defRPr>
            </a:lvl4pPr>
            <a:lvl5pPr indent="-317500" lvl="4" marL="2286000" algn="l">
              <a:lnSpc>
                <a:spcPct val="115000"/>
              </a:lnSpc>
              <a:spcBef>
                <a:spcPts val="0"/>
              </a:spcBef>
              <a:spcAft>
                <a:spcPts val="0"/>
              </a:spcAft>
              <a:buClr>
                <a:schemeClr val="lt1"/>
              </a:buClr>
              <a:buSzPts val="1400"/>
              <a:buChar char="○"/>
              <a:defRPr>
                <a:solidFill>
                  <a:schemeClr val="lt1"/>
                </a:solidFill>
              </a:defRPr>
            </a:lvl5pPr>
            <a:lvl6pPr indent="-317500" lvl="5" marL="2743200" algn="l">
              <a:lnSpc>
                <a:spcPct val="115000"/>
              </a:lnSpc>
              <a:spcBef>
                <a:spcPts val="0"/>
              </a:spcBef>
              <a:spcAft>
                <a:spcPts val="0"/>
              </a:spcAft>
              <a:buClr>
                <a:schemeClr val="lt1"/>
              </a:buClr>
              <a:buSzPts val="1400"/>
              <a:buChar char="■"/>
              <a:defRPr>
                <a:solidFill>
                  <a:schemeClr val="lt1"/>
                </a:solidFill>
              </a:defRPr>
            </a:lvl6pPr>
            <a:lvl7pPr indent="-317500" lvl="6" marL="3200400" algn="l">
              <a:lnSpc>
                <a:spcPct val="115000"/>
              </a:lnSpc>
              <a:spcBef>
                <a:spcPts val="0"/>
              </a:spcBef>
              <a:spcAft>
                <a:spcPts val="0"/>
              </a:spcAft>
              <a:buClr>
                <a:schemeClr val="lt1"/>
              </a:buClr>
              <a:buSzPts val="1400"/>
              <a:buChar char="●"/>
              <a:defRPr>
                <a:solidFill>
                  <a:schemeClr val="lt1"/>
                </a:solidFill>
              </a:defRPr>
            </a:lvl7pPr>
            <a:lvl8pPr indent="-317500" lvl="7" marL="3657600" algn="l">
              <a:lnSpc>
                <a:spcPct val="115000"/>
              </a:lnSpc>
              <a:spcBef>
                <a:spcPts val="0"/>
              </a:spcBef>
              <a:spcAft>
                <a:spcPts val="0"/>
              </a:spcAft>
              <a:buClr>
                <a:schemeClr val="lt1"/>
              </a:buClr>
              <a:buSzPts val="1400"/>
              <a:buChar char="○"/>
              <a:defRPr>
                <a:solidFill>
                  <a:schemeClr val="lt1"/>
                </a:solidFill>
              </a:defRPr>
            </a:lvl8pPr>
            <a:lvl9pPr indent="-317500" lvl="8" marL="4114800" algn="l">
              <a:lnSpc>
                <a:spcPct val="115000"/>
              </a:lnSpc>
              <a:spcBef>
                <a:spcPts val="0"/>
              </a:spcBef>
              <a:spcAft>
                <a:spcPts val="0"/>
              </a:spcAft>
              <a:buClr>
                <a:schemeClr val="lt1"/>
              </a:buClr>
              <a:buSzPts val="1400"/>
              <a:buChar char="■"/>
              <a:defRPr>
                <a:solidFill>
                  <a:schemeClr val="lt1"/>
                </a:solidFill>
              </a:defRPr>
            </a:lvl9pPr>
          </a:lstStyle>
          <a:p/>
        </p:txBody>
      </p:sp>
      <p:sp>
        <p:nvSpPr>
          <p:cNvPr id="88" name="Google Shape;88;g33d9fc40065_0_486"/>
          <p:cNvSpPr txBox="1"/>
          <p:nvPr>
            <p:ph idx="12" type="sldNum"/>
          </p:nvPr>
        </p:nvSpPr>
        <p:spPr>
          <a:xfrm>
            <a:off x="8490250" y="4681009"/>
            <a:ext cx="548700" cy="393600"/>
          </a:xfrm>
          <a:prstGeom prst="rect">
            <a:avLst/>
          </a:prstGeom>
          <a:noFill/>
          <a:ln>
            <a:noFill/>
          </a:ln>
        </p:spPr>
        <p:txBody>
          <a:bodyPr anchorCtr="0" anchor="ctr" bIns="91425" lIns="91425" spcFirstLastPara="1" rIns="91425" wrap="square" tIns="91425">
            <a:noAutofit/>
          </a:bodyPr>
          <a:lstStyle>
            <a:lvl1pPr indent="0" lvl="0" marL="0" marR="0" rtl="0" algn="l">
              <a:lnSpc>
                <a:spcPct val="100000"/>
              </a:lnSpc>
              <a:spcBef>
                <a:spcPts val="0"/>
              </a:spcBef>
              <a:spcAft>
                <a:spcPts val="0"/>
              </a:spcAft>
              <a:buClr>
                <a:srgbClr val="000000"/>
              </a:buClr>
              <a:buSzPts val="1400"/>
              <a:buFont typeface="Arial"/>
              <a:buNone/>
              <a:defRPr b="0" i="0" sz="1400" u="none" cap="none" strike="noStrike">
                <a:solidFill>
                  <a:schemeClr val="lt1"/>
                </a:solidFill>
                <a:latin typeface="Arial"/>
                <a:ea typeface="Arial"/>
                <a:cs typeface="Arial"/>
                <a:sym typeface="Arial"/>
              </a:defRPr>
            </a:lvl1pPr>
            <a:lvl2pPr indent="0" lvl="1" marL="0" marR="0" rtl="0" algn="l">
              <a:lnSpc>
                <a:spcPct val="100000"/>
              </a:lnSpc>
              <a:spcBef>
                <a:spcPts val="0"/>
              </a:spcBef>
              <a:spcAft>
                <a:spcPts val="0"/>
              </a:spcAft>
              <a:buClr>
                <a:srgbClr val="000000"/>
              </a:buClr>
              <a:buSzPts val="1400"/>
              <a:buFont typeface="Arial"/>
              <a:buNone/>
              <a:defRPr b="0" i="0" sz="1400" u="none" cap="none" strike="noStrike">
                <a:solidFill>
                  <a:schemeClr val="lt1"/>
                </a:solidFill>
                <a:latin typeface="Arial"/>
                <a:ea typeface="Arial"/>
                <a:cs typeface="Arial"/>
                <a:sym typeface="Arial"/>
              </a:defRPr>
            </a:lvl2pPr>
            <a:lvl3pPr indent="0" lvl="2" marL="0" marR="0" rtl="0" algn="l">
              <a:lnSpc>
                <a:spcPct val="100000"/>
              </a:lnSpc>
              <a:spcBef>
                <a:spcPts val="0"/>
              </a:spcBef>
              <a:spcAft>
                <a:spcPts val="0"/>
              </a:spcAft>
              <a:buClr>
                <a:srgbClr val="000000"/>
              </a:buClr>
              <a:buSzPts val="1400"/>
              <a:buFont typeface="Arial"/>
              <a:buNone/>
              <a:defRPr b="0" i="0" sz="1400" u="none" cap="none" strike="noStrike">
                <a:solidFill>
                  <a:schemeClr val="lt1"/>
                </a:solidFill>
                <a:latin typeface="Arial"/>
                <a:ea typeface="Arial"/>
                <a:cs typeface="Arial"/>
                <a:sym typeface="Arial"/>
              </a:defRPr>
            </a:lvl3pPr>
            <a:lvl4pPr indent="0" lvl="3" marL="0" marR="0" rtl="0" algn="l">
              <a:lnSpc>
                <a:spcPct val="100000"/>
              </a:lnSpc>
              <a:spcBef>
                <a:spcPts val="0"/>
              </a:spcBef>
              <a:spcAft>
                <a:spcPts val="0"/>
              </a:spcAft>
              <a:buClr>
                <a:srgbClr val="000000"/>
              </a:buClr>
              <a:buSzPts val="1400"/>
              <a:buFont typeface="Arial"/>
              <a:buNone/>
              <a:defRPr b="0" i="0" sz="1400" u="none" cap="none" strike="noStrike">
                <a:solidFill>
                  <a:schemeClr val="lt1"/>
                </a:solidFill>
                <a:latin typeface="Arial"/>
                <a:ea typeface="Arial"/>
                <a:cs typeface="Arial"/>
                <a:sym typeface="Arial"/>
              </a:defRPr>
            </a:lvl4pPr>
            <a:lvl5pPr indent="0" lvl="4" marL="0" marR="0" rtl="0" algn="l">
              <a:lnSpc>
                <a:spcPct val="100000"/>
              </a:lnSpc>
              <a:spcBef>
                <a:spcPts val="0"/>
              </a:spcBef>
              <a:spcAft>
                <a:spcPts val="0"/>
              </a:spcAft>
              <a:buClr>
                <a:srgbClr val="000000"/>
              </a:buClr>
              <a:buSzPts val="1400"/>
              <a:buFont typeface="Arial"/>
              <a:buNone/>
              <a:defRPr b="0" i="0" sz="1400" u="none" cap="none" strike="noStrike">
                <a:solidFill>
                  <a:schemeClr val="lt1"/>
                </a:solidFill>
                <a:latin typeface="Arial"/>
                <a:ea typeface="Arial"/>
                <a:cs typeface="Arial"/>
                <a:sym typeface="Arial"/>
              </a:defRPr>
            </a:lvl5pPr>
            <a:lvl6pPr indent="0" lvl="5" marL="0" marR="0" rtl="0" algn="l">
              <a:lnSpc>
                <a:spcPct val="100000"/>
              </a:lnSpc>
              <a:spcBef>
                <a:spcPts val="0"/>
              </a:spcBef>
              <a:spcAft>
                <a:spcPts val="0"/>
              </a:spcAft>
              <a:buClr>
                <a:srgbClr val="000000"/>
              </a:buClr>
              <a:buSzPts val="1400"/>
              <a:buFont typeface="Arial"/>
              <a:buNone/>
              <a:defRPr b="0" i="0" sz="1400" u="none" cap="none" strike="noStrike">
                <a:solidFill>
                  <a:schemeClr val="lt1"/>
                </a:solidFill>
                <a:latin typeface="Arial"/>
                <a:ea typeface="Arial"/>
                <a:cs typeface="Arial"/>
                <a:sym typeface="Arial"/>
              </a:defRPr>
            </a:lvl6pPr>
            <a:lvl7pPr indent="0" lvl="6" marL="0" marR="0" rtl="0" algn="l">
              <a:lnSpc>
                <a:spcPct val="100000"/>
              </a:lnSpc>
              <a:spcBef>
                <a:spcPts val="0"/>
              </a:spcBef>
              <a:spcAft>
                <a:spcPts val="0"/>
              </a:spcAft>
              <a:buClr>
                <a:srgbClr val="000000"/>
              </a:buClr>
              <a:buSzPts val="1400"/>
              <a:buFont typeface="Arial"/>
              <a:buNone/>
              <a:defRPr b="0" i="0" sz="1400" u="none" cap="none" strike="noStrike">
                <a:solidFill>
                  <a:schemeClr val="lt1"/>
                </a:solidFill>
                <a:latin typeface="Arial"/>
                <a:ea typeface="Arial"/>
                <a:cs typeface="Arial"/>
                <a:sym typeface="Arial"/>
              </a:defRPr>
            </a:lvl7pPr>
            <a:lvl8pPr indent="0" lvl="7" marL="0" marR="0" rtl="0" algn="l">
              <a:lnSpc>
                <a:spcPct val="100000"/>
              </a:lnSpc>
              <a:spcBef>
                <a:spcPts val="0"/>
              </a:spcBef>
              <a:spcAft>
                <a:spcPts val="0"/>
              </a:spcAft>
              <a:buClr>
                <a:srgbClr val="000000"/>
              </a:buClr>
              <a:buSzPts val="1400"/>
              <a:buFont typeface="Arial"/>
              <a:buNone/>
              <a:defRPr b="0" i="0" sz="1400" u="none" cap="none" strike="noStrike">
                <a:solidFill>
                  <a:schemeClr val="lt1"/>
                </a:solidFill>
                <a:latin typeface="Arial"/>
                <a:ea typeface="Arial"/>
                <a:cs typeface="Arial"/>
                <a:sym typeface="Arial"/>
              </a:defRPr>
            </a:lvl8pPr>
            <a:lvl9pPr indent="0" lvl="8" marL="0" marR="0" rtl="0" algn="l">
              <a:lnSpc>
                <a:spcPct val="100000"/>
              </a:lnSpc>
              <a:spcBef>
                <a:spcPts val="0"/>
              </a:spcBef>
              <a:spcAft>
                <a:spcPts val="0"/>
              </a:spcAft>
              <a:buClr>
                <a:srgbClr val="000000"/>
              </a:buClr>
              <a:buSzPts val="1400"/>
              <a:buFont typeface="Arial"/>
              <a:buNone/>
              <a:defRPr b="0" i="0" sz="1400" u="none" cap="none" strike="noStrike">
                <a:solidFill>
                  <a:schemeClr val="lt1"/>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89" name="Shape 89"/>
        <p:cNvGrpSpPr/>
        <p:nvPr/>
      </p:nvGrpSpPr>
      <p:grpSpPr>
        <a:xfrm>
          <a:off x="0" y="0"/>
          <a:ext cx="0" cy="0"/>
          <a:chOff x="0" y="0"/>
          <a:chExt cx="0" cy="0"/>
        </a:xfrm>
      </p:grpSpPr>
      <p:sp>
        <p:nvSpPr>
          <p:cNvPr id="90" name="Google Shape;90;g33d9fc40065_0_493"/>
          <p:cNvSpPr txBox="1"/>
          <p:nvPr>
            <p:ph idx="1" type="body"/>
          </p:nvPr>
        </p:nvSpPr>
        <p:spPr>
          <a:xfrm>
            <a:off x="319500" y="4230575"/>
            <a:ext cx="5998800" cy="598800"/>
          </a:xfrm>
          <a:prstGeom prst="rect">
            <a:avLst/>
          </a:prstGeom>
          <a:noFill/>
          <a:ln>
            <a:noFill/>
          </a:ln>
        </p:spPr>
        <p:txBody>
          <a:bodyPr anchorCtr="0" anchor="ctr" bIns="91425" lIns="91425" spcFirstLastPara="1" rIns="91425" wrap="square" tIns="91425">
            <a:normAutofit/>
          </a:bodyPr>
          <a:lstStyle>
            <a:lvl1pPr indent="-228600" lvl="0" marL="457200" algn="l">
              <a:lnSpc>
                <a:spcPct val="100000"/>
              </a:lnSpc>
              <a:spcBef>
                <a:spcPts val="0"/>
              </a:spcBef>
              <a:spcAft>
                <a:spcPts val="0"/>
              </a:spcAft>
              <a:buSzPts val="1800"/>
              <a:buNone/>
              <a:defRPr/>
            </a:lvl1pPr>
          </a:lstStyle>
          <a:p/>
        </p:txBody>
      </p:sp>
      <p:sp>
        <p:nvSpPr>
          <p:cNvPr id="91" name="Google Shape;91;g33d9fc40065_0_493"/>
          <p:cNvSpPr txBox="1"/>
          <p:nvPr>
            <p:ph idx="12" type="sldNum"/>
          </p:nvPr>
        </p:nvSpPr>
        <p:spPr>
          <a:xfrm>
            <a:off x="8490250" y="4681009"/>
            <a:ext cx="548700" cy="393600"/>
          </a:xfrm>
          <a:prstGeom prst="rect">
            <a:avLst/>
          </a:prstGeom>
          <a:noFill/>
          <a:ln>
            <a:noFill/>
          </a:ln>
        </p:spPr>
        <p:txBody>
          <a:bodyPr anchorCtr="0" anchor="ctr" bIns="91425" lIns="91425" spcFirstLastPara="1" rIns="91425" wrap="square" tIns="91425">
            <a:noAutofit/>
          </a:bodyPr>
          <a:lstStyle>
            <a:lvl1pPr indent="0" lvl="0"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1pPr>
            <a:lvl2pPr indent="0" lvl="1"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indent="0" lvl="2"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indent="0" lvl="3"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indent="0" lvl="4"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indent="0" lvl="5"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indent="0" lvl="6"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indent="0" lvl="7"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indent="0" lvl="8"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92" name="Shape 92"/>
        <p:cNvGrpSpPr/>
        <p:nvPr/>
      </p:nvGrpSpPr>
      <p:grpSpPr>
        <a:xfrm>
          <a:off x="0" y="0"/>
          <a:ext cx="0" cy="0"/>
          <a:chOff x="0" y="0"/>
          <a:chExt cx="0" cy="0"/>
        </a:xfrm>
      </p:grpSpPr>
      <p:sp>
        <p:nvSpPr>
          <p:cNvPr id="93" name="Google Shape;93;g33d9fc40065_0_496"/>
          <p:cNvSpPr/>
          <p:nvPr/>
        </p:nvSpPr>
        <p:spPr>
          <a:xfrm>
            <a:off x="0" y="5045700"/>
            <a:ext cx="9144000" cy="97800"/>
          </a:xfrm>
          <a:prstGeom prst="rect">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4" name="Google Shape;94;g33d9fc40065_0_496"/>
          <p:cNvSpPr txBox="1"/>
          <p:nvPr>
            <p:ph hasCustomPrompt="1" type="title"/>
          </p:nvPr>
        </p:nvSpPr>
        <p:spPr>
          <a:xfrm>
            <a:off x="311700" y="1233100"/>
            <a:ext cx="8520600" cy="16101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10000"/>
              <a:buFont typeface="Lato"/>
              <a:buNone/>
              <a:defRPr sz="10000">
                <a:latin typeface="Lato"/>
                <a:ea typeface="Lato"/>
                <a:cs typeface="Lato"/>
                <a:sym typeface="Lato"/>
              </a:defRPr>
            </a:lvl1pPr>
            <a:lvl2pPr lvl="1" algn="ctr">
              <a:lnSpc>
                <a:spcPct val="100000"/>
              </a:lnSpc>
              <a:spcBef>
                <a:spcPts val="0"/>
              </a:spcBef>
              <a:spcAft>
                <a:spcPts val="0"/>
              </a:spcAft>
              <a:buSzPts val="10000"/>
              <a:buFont typeface="Lato"/>
              <a:buNone/>
              <a:defRPr sz="10000">
                <a:latin typeface="Lato"/>
                <a:ea typeface="Lato"/>
                <a:cs typeface="Lato"/>
                <a:sym typeface="Lato"/>
              </a:defRPr>
            </a:lvl2pPr>
            <a:lvl3pPr lvl="2" algn="ctr">
              <a:lnSpc>
                <a:spcPct val="100000"/>
              </a:lnSpc>
              <a:spcBef>
                <a:spcPts val="0"/>
              </a:spcBef>
              <a:spcAft>
                <a:spcPts val="0"/>
              </a:spcAft>
              <a:buSzPts val="10000"/>
              <a:buFont typeface="Lato"/>
              <a:buNone/>
              <a:defRPr sz="10000">
                <a:latin typeface="Lato"/>
                <a:ea typeface="Lato"/>
                <a:cs typeface="Lato"/>
                <a:sym typeface="Lato"/>
              </a:defRPr>
            </a:lvl3pPr>
            <a:lvl4pPr lvl="3" algn="ctr">
              <a:lnSpc>
                <a:spcPct val="100000"/>
              </a:lnSpc>
              <a:spcBef>
                <a:spcPts val="0"/>
              </a:spcBef>
              <a:spcAft>
                <a:spcPts val="0"/>
              </a:spcAft>
              <a:buSzPts val="10000"/>
              <a:buFont typeface="Lato"/>
              <a:buNone/>
              <a:defRPr sz="10000">
                <a:latin typeface="Lato"/>
                <a:ea typeface="Lato"/>
                <a:cs typeface="Lato"/>
                <a:sym typeface="Lato"/>
              </a:defRPr>
            </a:lvl4pPr>
            <a:lvl5pPr lvl="4" algn="ctr">
              <a:lnSpc>
                <a:spcPct val="100000"/>
              </a:lnSpc>
              <a:spcBef>
                <a:spcPts val="0"/>
              </a:spcBef>
              <a:spcAft>
                <a:spcPts val="0"/>
              </a:spcAft>
              <a:buSzPts val="10000"/>
              <a:buFont typeface="Lato"/>
              <a:buNone/>
              <a:defRPr sz="10000">
                <a:latin typeface="Lato"/>
                <a:ea typeface="Lato"/>
                <a:cs typeface="Lato"/>
                <a:sym typeface="Lato"/>
              </a:defRPr>
            </a:lvl5pPr>
            <a:lvl6pPr lvl="5" algn="ctr">
              <a:lnSpc>
                <a:spcPct val="100000"/>
              </a:lnSpc>
              <a:spcBef>
                <a:spcPts val="0"/>
              </a:spcBef>
              <a:spcAft>
                <a:spcPts val="0"/>
              </a:spcAft>
              <a:buSzPts val="10000"/>
              <a:buFont typeface="Lato"/>
              <a:buNone/>
              <a:defRPr sz="10000">
                <a:latin typeface="Lato"/>
                <a:ea typeface="Lato"/>
                <a:cs typeface="Lato"/>
                <a:sym typeface="Lato"/>
              </a:defRPr>
            </a:lvl6pPr>
            <a:lvl7pPr lvl="6" algn="ctr">
              <a:lnSpc>
                <a:spcPct val="100000"/>
              </a:lnSpc>
              <a:spcBef>
                <a:spcPts val="0"/>
              </a:spcBef>
              <a:spcAft>
                <a:spcPts val="0"/>
              </a:spcAft>
              <a:buSzPts val="10000"/>
              <a:buFont typeface="Lato"/>
              <a:buNone/>
              <a:defRPr sz="10000">
                <a:latin typeface="Lato"/>
                <a:ea typeface="Lato"/>
                <a:cs typeface="Lato"/>
                <a:sym typeface="Lato"/>
              </a:defRPr>
            </a:lvl7pPr>
            <a:lvl8pPr lvl="7" algn="ctr">
              <a:lnSpc>
                <a:spcPct val="100000"/>
              </a:lnSpc>
              <a:spcBef>
                <a:spcPts val="0"/>
              </a:spcBef>
              <a:spcAft>
                <a:spcPts val="0"/>
              </a:spcAft>
              <a:buSzPts val="10000"/>
              <a:buFont typeface="Lato"/>
              <a:buNone/>
              <a:defRPr sz="10000">
                <a:latin typeface="Lato"/>
                <a:ea typeface="Lato"/>
                <a:cs typeface="Lato"/>
                <a:sym typeface="Lato"/>
              </a:defRPr>
            </a:lvl8pPr>
            <a:lvl9pPr lvl="8" algn="ctr">
              <a:lnSpc>
                <a:spcPct val="100000"/>
              </a:lnSpc>
              <a:spcBef>
                <a:spcPts val="0"/>
              </a:spcBef>
              <a:spcAft>
                <a:spcPts val="0"/>
              </a:spcAft>
              <a:buSzPts val="10000"/>
              <a:buFont typeface="Lato"/>
              <a:buNone/>
              <a:defRPr sz="10000">
                <a:latin typeface="Lato"/>
                <a:ea typeface="Lato"/>
                <a:cs typeface="Lato"/>
                <a:sym typeface="Lato"/>
              </a:defRPr>
            </a:lvl9pPr>
          </a:lstStyle>
          <a:p>
            <a:r>
              <a:t>xx%</a:t>
            </a:r>
          </a:p>
        </p:txBody>
      </p:sp>
      <p:sp>
        <p:nvSpPr>
          <p:cNvPr id="95" name="Google Shape;95;g33d9fc40065_0_496"/>
          <p:cNvSpPr txBox="1"/>
          <p:nvPr>
            <p:ph idx="1" type="body"/>
          </p:nvPr>
        </p:nvSpPr>
        <p:spPr>
          <a:xfrm>
            <a:off x="311700" y="2919450"/>
            <a:ext cx="8520600" cy="1071600"/>
          </a:xfrm>
          <a:prstGeom prst="rect">
            <a:avLst/>
          </a:prstGeom>
          <a:noFill/>
          <a:ln>
            <a:noFill/>
          </a:ln>
        </p:spPr>
        <p:txBody>
          <a:bodyPr anchorCtr="0" anchor="t" bIns="91425" lIns="91425" spcFirstLastPara="1" rIns="91425" wrap="square" tIns="91425">
            <a:normAutofit/>
          </a:bodyPr>
          <a:lstStyle>
            <a:lvl1pPr indent="-342900" lvl="0" marL="457200" algn="ctr">
              <a:lnSpc>
                <a:spcPct val="115000"/>
              </a:lnSpc>
              <a:spcBef>
                <a:spcPts val="0"/>
              </a:spcBef>
              <a:spcAft>
                <a:spcPts val="0"/>
              </a:spcAft>
              <a:buSzPts val="1800"/>
              <a:buChar char="●"/>
              <a:defRPr/>
            </a:lvl1pPr>
            <a:lvl2pPr indent="-317500" lvl="1" marL="914400" algn="ctr">
              <a:lnSpc>
                <a:spcPct val="115000"/>
              </a:lnSpc>
              <a:spcBef>
                <a:spcPts val="0"/>
              </a:spcBef>
              <a:spcAft>
                <a:spcPts val="0"/>
              </a:spcAft>
              <a:buSzPts val="1400"/>
              <a:buChar char="○"/>
              <a:defRPr/>
            </a:lvl2pPr>
            <a:lvl3pPr indent="-317500" lvl="2" marL="1371600" algn="ctr">
              <a:lnSpc>
                <a:spcPct val="115000"/>
              </a:lnSpc>
              <a:spcBef>
                <a:spcPts val="0"/>
              </a:spcBef>
              <a:spcAft>
                <a:spcPts val="0"/>
              </a:spcAft>
              <a:buSzPts val="1400"/>
              <a:buChar char="■"/>
              <a:defRPr/>
            </a:lvl3pPr>
            <a:lvl4pPr indent="-317500" lvl="3" marL="1828800" algn="ctr">
              <a:lnSpc>
                <a:spcPct val="115000"/>
              </a:lnSpc>
              <a:spcBef>
                <a:spcPts val="0"/>
              </a:spcBef>
              <a:spcAft>
                <a:spcPts val="0"/>
              </a:spcAft>
              <a:buSzPts val="1400"/>
              <a:buChar char="●"/>
              <a:defRPr/>
            </a:lvl4pPr>
            <a:lvl5pPr indent="-317500" lvl="4" marL="2286000" algn="ctr">
              <a:lnSpc>
                <a:spcPct val="115000"/>
              </a:lnSpc>
              <a:spcBef>
                <a:spcPts val="0"/>
              </a:spcBef>
              <a:spcAft>
                <a:spcPts val="0"/>
              </a:spcAft>
              <a:buSzPts val="1400"/>
              <a:buChar char="○"/>
              <a:defRPr/>
            </a:lvl5pPr>
            <a:lvl6pPr indent="-317500" lvl="5" marL="2743200" algn="ctr">
              <a:lnSpc>
                <a:spcPct val="115000"/>
              </a:lnSpc>
              <a:spcBef>
                <a:spcPts val="0"/>
              </a:spcBef>
              <a:spcAft>
                <a:spcPts val="0"/>
              </a:spcAft>
              <a:buSzPts val="1400"/>
              <a:buChar char="■"/>
              <a:defRPr/>
            </a:lvl6pPr>
            <a:lvl7pPr indent="-317500" lvl="6" marL="3200400" algn="ctr">
              <a:lnSpc>
                <a:spcPct val="115000"/>
              </a:lnSpc>
              <a:spcBef>
                <a:spcPts val="0"/>
              </a:spcBef>
              <a:spcAft>
                <a:spcPts val="0"/>
              </a:spcAft>
              <a:buSzPts val="1400"/>
              <a:buChar char="●"/>
              <a:defRPr/>
            </a:lvl7pPr>
            <a:lvl8pPr indent="-317500" lvl="7" marL="3657600" algn="ctr">
              <a:lnSpc>
                <a:spcPct val="115000"/>
              </a:lnSpc>
              <a:spcBef>
                <a:spcPts val="0"/>
              </a:spcBef>
              <a:spcAft>
                <a:spcPts val="0"/>
              </a:spcAft>
              <a:buSzPts val="1400"/>
              <a:buChar char="○"/>
              <a:defRPr/>
            </a:lvl8pPr>
            <a:lvl9pPr indent="-317500" lvl="8" marL="4114800" algn="ctr">
              <a:lnSpc>
                <a:spcPct val="115000"/>
              </a:lnSpc>
              <a:spcBef>
                <a:spcPts val="0"/>
              </a:spcBef>
              <a:spcAft>
                <a:spcPts val="0"/>
              </a:spcAft>
              <a:buSzPts val="1400"/>
              <a:buChar char="■"/>
              <a:defRPr/>
            </a:lvl9pPr>
          </a:lstStyle>
          <a:p/>
        </p:txBody>
      </p:sp>
      <p:sp>
        <p:nvSpPr>
          <p:cNvPr id="96" name="Google Shape;96;g33d9fc40065_0_496"/>
          <p:cNvSpPr txBox="1"/>
          <p:nvPr>
            <p:ph idx="12" type="sldNum"/>
          </p:nvPr>
        </p:nvSpPr>
        <p:spPr>
          <a:xfrm>
            <a:off x="8490250" y="4681009"/>
            <a:ext cx="548700" cy="393600"/>
          </a:xfrm>
          <a:prstGeom prst="rect">
            <a:avLst/>
          </a:prstGeom>
          <a:noFill/>
          <a:ln>
            <a:noFill/>
          </a:ln>
        </p:spPr>
        <p:txBody>
          <a:bodyPr anchorCtr="0" anchor="ctr" bIns="91425" lIns="91425" spcFirstLastPara="1" rIns="91425" wrap="square" tIns="91425">
            <a:noAutofit/>
          </a:bodyPr>
          <a:lstStyle>
            <a:lvl1pPr indent="0" lvl="0"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1pPr>
            <a:lvl2pPr indent="0" lvl="1"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indent="0" lvl="2"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indent="0" lvl="3"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indent="0" lvl="4"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indent="0" lvl="5"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indent="0" lvl="6"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indent="0" lvl="7"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indent="0" lvl="8"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1" Type="http://schemas.openxmlformats.org/officeDocument/2006/relationships/slideLayout" Target="../slideLayouts/slideLayout21.xml"/><Relationship Id="rId10" Type="http://schemas.openxmlformats.org/officeDocument/2006/relationships/slideLayout" Target="../slideLayouts/slideLayout20.xml"/><Relationship Id="rId13" Type="http://schemas.openxmlformats.org/officeDocument/2006/relationships/theme" Target="../theme/theme3.xml"/><Relationship Id="rId12" Type="http://schemas.openxmlformats.org/officeDocument/2006/relationships/slideLayout" Target="../slideLayouts/slideLayout22.xml"/><Relationship Id="rId1" Type="http://schemas.openxmlformats.org/officeDocument/2006/relationships/image" Target="../media/image1.png"/><Relationship Id="rId2" Type="http://schemas.openxmlformats.org/officeDocument/2006/relationships/slideLayout" Target="../slideLayouts/slideLayout12.xml"/><Relationship Id="rId3" Type="http://schemas.openxmlformats.org/officeDocument/2006/relationships/slideLayout" Target="../slideLayouts/slideLayout13.xml"/><Relationship Id="rId4" Type="http://schemas.openxmlformats.org/officeDocument/2006/relationships/slideLayout" Target="../slideLayouts/slideLayout14.xml"/><Relationship Id="rId9" Type="http://schemas.openxmlformats.org/officeDocument/2006/relationships/slideLayout" Target="../slideLayouts/slideLayout19.xml"/><Relationship Id="rId5" Type="http://schemas.openxmlformats.org/officeDocument/2006/relationships/slideLayout" Target="../slideLayouts/slideLayout15.xml"/><Relationship Id="rId6" Type="http://schemas.openxmlformats.org/officeDocument/2006/relationships/slideLayout" Target="../slideLayouts/slideLayout16.xml"/><Relationship Id="rId7" Type="http://schemas.openxmlformats.org/officeDocument/2006/relationships/slideLayout" Target="../slideLayouts/slideLayout17.xml"/><Relationship Id="rId8" Type="http://schemas.openxmlformats.org/officeDocument/2006/relationships/slideLayout" Target="../slideLayouts/slideLayout1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24"/>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9pPr>
          </a:lstStyle>
          <a:p/>
        </p:txBody>
      </p:sp>
      <p:sp>
        <p:nvSpPr>
          <p:cNvPr id="7" name="Google Shape;7;p24"/>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marR="0" rtl="0" algn="l">
              <a:lnSpc>
                <a:spcPct val="115000"/>
              </a:lnSpc>
              <a:spcBef>
                <a:spcPts val="0"/>
              </a:spcBef>
              <a:spcAft>
                <a:spcPts val="0"/>
              </a:spcAft>
              <a:buClr>
                <a:schemeClr val="dk2"/>
              </a:buClr>
              <a:buSzPts val="1800"/>
              <a:buFont typeface="Arial"/>
              <a:buChar char="●"/>
              <a:defRPr b="0" i="0" sz="1800" u="none" cap="none" strike="noStrike">
                <a:solidFill>
                  <a:schemeClr val="dk2"/>
                </a:solidFill>
                <a:latin typeface="Arial"/>
                <a:ea typeface="Arial"/>
                <a:cs typeface="Arial"/>
                <a:sym typeface="Arial"/>
              </a:defRPr>
            </a:lvl1pPr>
            <a:lvl2pPr indent="-317500" lvl="1" marL="9144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2pPr>
            <a:lvl3pPr indent="-317500" lvl="2" marL="13716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3pPr>
            <a:lvl4pPr indent="-317500" lvl="3" marL="18288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4pPr>
            <a:lvl5pPr indent="-317500" lvl="4" marL="22860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5pPr>
            <a:lvl6pPr indent="-317500" lvl="5" marL="27432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6pPr>
            <a:lvl7pPr indent="-317500" lvl="6" marL="32004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7pPr>
            <a:lvl8pPr indent="-317500" lvl="7" marL="36576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8pPr>
            <a:lvl9pPr indent="-317500" lvl="8" marL="41148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9pPr>
          </a:lstStyle>
          <a:p/>
        </p:txBody>
      </p:sp>
      <p:sp>
        <p:nvSpPr>
          <p:cNvPr id="8" name="Google Shape;8;p2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coral">
    <p:bg>
      <p:bgPr>
        <a:solidFill>
          <a:schemeClr val="lt1"/>
        </a:solidFill>
      </p:bgPr>
    </p:bg>
    <p:spTree>
      <p:nvGrpSpPr>
        <p:cNvPr id="50" name="Shape 50"/>
        <p:cNvGrpSpPr/>
        <p:nvPr/>
      </p:nvGrpSpPr>
      <p:grpSpPr>
        <a:xfrm>
          <a:off x="0" y="0"/>
          <a:ext cx="0" cy="0"/>
          <a:chOff x="0" y="0"/>
          <a:chExt cx="0" cy="0"/>
        </a:xfrm>
      </p:grpSpPr>
      <p:sp>
        <p:nvSpPr>
          <p:cNvPr id="51" name="Google Shape;51;g33d9fc40065_0_456"/>
          <p:cNvSpPr txBox="1"/>
          <p:nvPr>
            <p:ph type="title"/>
          </p:nvPr>
        </p:nvSpPr>
        <p:spPr>
          <a:xfrm>
            <a:off x="311700" y="391350"/>
            <a:ext cx="8520600" cy="626100"/>
          </a:xfrm>
          <a:prstGeom prst="rect">
            <a:avLst/>
          </a:prstGeom>
          <a:noFill/>
          <a:ln>
            <a:noFill/>
          </a:ln>
        </p:spPr>
        <p:txBody>
          <a:bodyPr anchorCtr="0" anchor="t" bIns="91425" lIns="91425" spcFirstLastPara="1" rIns="91425" wrap="square" tIns="91425">
            <a:normAutofit/>
          </a:bodyPr>
          <a:lstStyle>
            <a:lvl1pPr lvl="0" marR="0" rtl="0" algn="l">
              <a:lnSpc>
                <a:spcPct val="100000"/>
              </a:lnSpc>
              <a:spcBef>
                <a:spcPts val="0"/>
              </a:spcBef>
              <a:spcAft>
                <a:spcPts val="0"/>
              </a:spcAft>
              <a:buClr>
                <a:srgbClr val="D8453F"/>
              </a:buClr>
              <a:buSzPts val="3200"/>
              <a:buFont typeface="Domine"/>
              <a:buNone/>
              <a:defRPr b="1" i="0" sz="3200" u="none" cap="none" strike="noStrike">
                <a:solidFill>
                  <a:srgbClr val="D8453F"/>
                </a:solidFill>
                <a:latin typeface="Domine"/>
                <a:ea typeface="Domine"/>
                <a:cs typeface="Domine"/>
                <a:sym typeface="Domine"/>
              </a:defRPr>
            </a:lvl1pPr>
            <a:lvl2pPr lvl="1" marR="0" rtl="0" algn="l">
              <a:lnSpc>
                <a:spcPct val="100000"/>
              </a:lnSpc>
              <a:spcBef>
                <a:spcPts val="0"/>
              </a:spcBef>
              <a:spcAft>
                <a:spcPts val="0"/>
              </a:spcAft>
              <a:buClr>
                <a:schemeClr val="dk1"/>
              </a:buClr>
              <a:buSzPts val="3200"/>
              <a:buFont typeface="Playfair Display"/>
              <a:buNone/>
              <a:defRPr b="1" i="0" sz="3200" u="none" cap="none" strike="noStrike">
                <a:solidFill>
                  <a:schemeClr val="dk1"/>
                </a:solidFill>
                <a:latin typeface="Playfair Display"/>
                <a:ea typeface="Playfair Display"/>
                <a:cs typeface="Playfair Display"/>
                <a:sym typeface="Playfair Display"/>
              </a:defRPr>
            </a:lvl2pPr>
            <a:lvl3pPr lvl="2" marR="0" rtl="0" algn="l">
              <a:lnSpc>
                <a:spcPct val="100000"/>
              </a:lnSpc>
              <a:spcBef>
                <a:spcPts val="0"/>
              </a:spcBef>
              <a:spcAft>
                <a:spcPts val="0"/>
              </a:spcAft>
              <a:buClr>
                <a:schemeClr val="dk1"/>
              </a:buClr>
              <a:buSzPts val="3200"/>
              <a:buFont typeface="Playfair Display"/>
              <a:buNone/>
              <a:defRPr b="1" i="0" sz="3200" u="none" cap="none" strike="noStrike">
                <a:solidFill>
                  <a:schemeClr val="dk1"/>
                </a:solidFill>
                <a:latin typeface="Playfair Display"/>
                <a:ea typeface="Playfair Display"/>
                <a:cs typeface="Playfair Display"/>
                <a:sym typeface="Playfair Display"/>
              </a:defRPr>
            </a:lvl3pPr>
            <a:lvl4pPr lvl="3" marR="0" rtl="0" algn="l">
              <a:lnSpc>
                <a:spcPct val="100000"/>
              </a:lnSpc>
              <a:spcBef>
                <a:spcPts val="0"/>
              </a:spcBef>
              <a:spcAft>
                <a:spcPts val="0"/>
              </a:spcAft>
              <a:buClr>
                <a:schemeClr val="dk1"/>
              </a:buClr>
              <a:buSzPts val="3200"/>
              <a:buFont typeface="Playfair Display"/>
              <a:buNone/>
              <a:defRPr b="1" i="0" sz="3200" u="none" cap="none" strike="noStrike">
                <a:solidFill>
                  <a:schemeClr val="dk1"/>
                </a:solidFill>
                <a:latin typeface="Playfair Display"/>
                <a:ea typeface="Playfair Display"/>
                <a:cs typeface="Playfair Display"/>
                <a:sym typeface="Playfair Display"/>
              </a:defRPr>
            </a:lvl4pPr>
            <a:lvl5pPr lvl="4" marR="0" rtl="0" algn="l">
              <a:lnSpc>
                <a:spcPct val="100000"/>
              </a:lnSpc>
              <a:spcBef>
                <a:spcPts val="0"/>
              </a:spcBef>
              <a:spcAft>
                <a:spcPts val="0"/>
              </a:spcAft>
              <a:buClr>
                <a:schemeClr val="dk1"/>
              </a:buClr>
              <a:buSzPts val="3200"/>
              <a:buFont typeface="Playfair Display"/>
              <a:buNone/>
              <a:defRPr b="1" i="0" sz="3200" u="none" cap="none" strike="noStrike">
                <a:solidFill>
                  <a:schemeClr val="dk1"/>
                </a:solidFill>
                <a:latin typeface="Playfair Display"/>
                <a:ea typeface="Playfair Display"/>
                <a:cs typeface="Playfair Display"/>
                <a:sym typeface="Playfair Display"/>
              </a:defRPr>
            </a:lvl5pPr>
            <a:lvl6pPr lvl="5" marR="0" rtl="0" algn="l">
              <a:lnSpc>
                <a:spcPct val="100000"/>
              </a:lnSpc>
              <a:spcBef>
                <a:spcPts val="0"/>
              </a:spcBef>
              <a:spcAft>
                <a:spcPts val="0"/>
              </a:spcAft>
              <a:buClr>
                <a:schemeClr val="dk1"/>
              </a:buClr>
              <a:buSzPts val="3200"/>
              <a:buFont typeface="Playfair Display"/>
              <a:buNone/>
              <a:defRPr b="1" i="0" sz="3200" u="none" cap="none" strike="noStrike">
                <a:solidFill>
                  <a:schemeClr val="dk1"/>
                </a:solidFill>
                <a:latin typeface="Playfair Display"/>
                <a:ea typeface="Playfair Display"/>
                <a:cs typeface="Playfair Display"/>
                <a:sym typeface="Playfair Display"/>
              </a:defRPr>
            </a:lvl6pPr>
            <a:lvl7pPr lvl="6" marR="0" rtl="0" algn="l">
              <a:lnSpc>
                <a:spcPct val="100000"/>
              </a:lnSpc>
              <a:spcBef>
                <a:spcPts val="0"/>
              </a:spcBef>
              <a:spcAft>
                <a:spcPts val="0"/>
              </a:spcAft>
              <a:buClr>
                <a:schemeClr val="dk1"/>
              </a:buClr>
              <a:buSzPts val="3200"/>
              <a:buFont typeface="Playfair Display"/>
              <a:buNone/>
              <a:defRPr b="1" i="0" sz="3200" u="none" cap="none" strike="noStrike">
                <a:solidFill>
                  <a:schemeClr val="dk1"/>
                </a:solidFill>
                <a:latin typeface="Playfair Display"/>
                <a:ea typeface="Playfair Display"/>
                <a:cs typeface="Playfair Display"/>
                <a:sym typeface="Playfair Display"/>
              </a:defRPr>
            </a:lvl7pPr>
            <a:lvl8pPr lvl="7" marR="0" rtl="0" algn="l">
              <a:lnSpc>
                <a:spcPct val="100000"/>
              </a:lnSpc>
              <a:spcBef>
                <a:spcPts val="0"/>
              </a:spcBef>
              <a:spcAft>
                <a:spcPts val="0"/>
              </a:spcAft>
              <a:buClr>
                <a:schemeClr val="dk1"/>
              </a:buClr>
              <a:buSzPts val="3200"/>
              <a:buFont typeface="Playfair Display"/>
              <a:buNone/>
              <a:defRPr b="1" i="0" sz="3200" u="none" cap="none" strike="noStrike">
                <a:solidFill>
                  <a:schemeClr val="dk1"/>
                </a:solidFill>
                <a:latin typeface="Playfair Display"/>
                <a:ea typeface="Playfair Display"/>
                <a:cs typeface="Playfair Display"/>
                <a:sym typeface="Playfair Display"/>
              </a:defRPr>
            </a:lvl8pPr>
            <a:lvl9pPr lvl="8" marR="0" rtl="0" algn="l">
              <a:lnSpc>
                <a:spcPct val="100000"/>
              </a:lnSpc>
              <a:spcBef>
                <a:spcPts val="0"/>
              </a:spcBef>
              <a:spcAft>
                <a:spcPts val="0"/>
              </a:spcAft>
              <a:buClr>
                <a:schemeClr val="dk1"/>
              </a:buClr>
              <a:buSzPts val="3200"/>
              <a:buFont typeface="Playfair Display"/>
              <a:buNone/>
              <a:defRPr b="1" i="0" sz="3200" u="none" cap="none" strike="noStrike">
                <a:solidFill>
                  <a:schemeClr val="dk1"/>
                </a:solidFill>
                <a:latin typeface="Playfair Display"/>
                <a:ea typeface="Playfair Display"/>
                <a:cs typeface="Playfair Display"/>
                <a:sym typeface="Playfair Display"/>
              </a:defRPr>
            </a:lvl9pPr>
          </a:lstStyle>
          <a:p/>
        </p:txBody>
      </p:sp>
      <p:sp>
        <p:nvSpPr>
          <p:cNvPr id="52" name="Google Shape;52;g33d9fc40065_0_456"/>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marR="0" rtl="0" algn="l">
              <a:lnSpc>
                <a:spcPct val="115000"/>
              </a:lnSpc>
              <a:spcBef>
                <a:spcPts val="0"/>
              </a:spcBef>
              <a:spcAft>
                <a:spcPts val="0"/>
              </a:spcAft>
              <a:buClr>
                <a:schemeClr val="dk2"/>
              </a:buClr>
              <a:buSzPts val="1800"/>
              <a:buFont typeface="Domine"/>
              <a:buChar char="●"/>
              <a:defRPr b="0" i="0" sz="1800" u="none" cap="none" strike="noStrike">
                <a:solidFill>
                  <a:schemeClr val="dk2"/>
                </a:solidFill>
                <a:latin typeface="Domine"/>
                <a:ea typeface="Domine"/>
                <a:cs typeface="Domine"/>
                <a:sym typeface="Domine"/>
              </a:defRPr>
            </a:lvl1pPr>
            <a:lvl2pPr indent="-317500" lvl="1" marL="914400" marR="0" rtl="0" algn="l">
              <a:lnSpc>
                <a:spcPct val="115000"/>
              </a:lnSpc>
              <a:spcBef>
                <a:spcPts val="0"/>
              </a:spcBef>
              <a:spcAft>
                <a:spcPts val="0"/>
              </a:spcAft>
              <a:buClr>
                <a:schemeClr val="dk2"/>
              </a:buClr>
              <a:buSzPts val="1400"/>
              <a:buFont typeface="Domine"/>
              <a:buChar char="○"/>
              <a:defRPr b="0" i="0" sz="1400" u="none" cap="none" strike="noStrike">
                <a:solidFill>
                  <a:schemeClr val="dk2"/>
                </a:solidFill>
                <a:latin typeface="Domine"/>
                <a:ea typeface="Domine"/>
                <a:cs typeface="Domine"/>
                <a:sym typeface="Domine"/>
              </a:defRPr>
            </a:lvl2pPr>
            <a:lvl3pPr indent="-317500" lvl="2" marL="1371600" marR="0" rtl="0" algn="l">
              <a:lnSpc>
                <a:spcPct val="115000"/>
              </a:lnSpc>
              <a:spcBef>
                <a:spcPts val="0"/>
              </a:spcBef>
              <a:spcAft>
                <a:spcPts val="0"/>
              </a:spcAft>
              <a:buClr>
                <a:schemeClr val="dk2"/>
              </a:buClr>
              <a:buSzPts val="1400"/>
              <a:buFont typeface="Domine"/>
              <a:buChar char="■"/>
              <a:defRPr b="0" i="0" sz="1400" u="none" cap="none" strike="noStrike">
                <a:solidFill>
                  <a:schemeClr val="dk2"/>
                </a:solidFill>
                <a:latin typeface="Domine"/>
                <a:ea typeface="Domine"/>
                <a:cs typeface="Domine"/>
                <a:sym typeface="Domine"/>
              </a:defRPr>
            </a:lvl3pPr>
            <a:lvl4pPr indent="-317500" lvl="3" marL="1828800" marR="0" rtl="0" algn="l">
              <a:lnSpc>
                <a:spcPct val="115000"/>
              </a:lnSpc>
              <a:spcBef>
                <a:spcPts val="0"/>
              </a:spcBef>
              <a:spcAft>
                <a:spcPts val="0"/>
              </a:spcAft>
              <a:buClr>
                <a:schemeClr val="dk2"/>
              </a:buClr>
              <a:buSzPts val="1400"/>
              <a:buFont typeface="Domine"/>
              <a:buChar char="●"/>
              <a:defRPr b="0" i="0" sz="1400" u="none" cap="none" strike="noStrike">
                <a:solidFill>
                  <a:schemeClr val="dk2"/>
                </a:solidFill>
                <a:latin typeface="Domine"/>
                <a:ea typeface="Domine"/>
                <a:cs typeface="Domine"/>
                <a:sym typeface="Domine"/>
              </a:defRPr>
            </a:lvl4pPr>
            <a:lvl5pPr indent="-317500" lvl="4" marL="2286000" marR="0" rtl="0" algn="l">
              <a:lnSpc>
                <a:spcPct val="115000"/>
              </a:lnSpc>
              <a:spcBef>
                <a:spcPts val="0"/>
              </a:spcBef>
              <a:spcAft>
                <a:spcPts val="0"/>
              </a:spcAft>
              <a:buClr>
                <a:schemeClr val="dk2"/>
              </a:buClr>
              <a:buSzPts val="1400"/>
              <a:buFont typeface="Domine"/>
              <a:buChar char="○"/>
              <a:defRPr b="0" i="0" sz="1400" u="none" cap="none" strike="noStrike">
                <a:solidFill>
                  <a:schemeClr val="dk2"/>
                </a:solidFill>
                <a:latin typeface="Domine"/>
                <a:ea typeface="Domine"/>
                <a:cs typeface="Domine"/>
                <a:sym typeface="Domine"/>
              </a:defRPr>
            </a:lvl5pPr>
            <a:lvl6pPr indent="-317500" lvl="5" marL="2743200" marR="0" rtl="0" algn="l">
              <a:lnSpc>
                <a:spcPct val="115000"/>
              </a:lnSpc>
              <a:spcBef>
                <a:spcPts val="0"/>
              </a:spcBef>
              <a:spcAft>
                <a:spcPts val="0"/>
              </a:spcAft>
              <a:buClr>
                <a:schemeClr val="dk2"/>
              </a:buClr>
              <a:buSzPts val="1400"/>
              <a:buFont typeface="Domine"/>
              <a:buChar char="■"/>
              <a:defRPr b="0" i="0" sz="1400" u="none" cap="none" strike="noStrike">
                <a:solidFill>
                  <a:schemeClr val="dk2"/>
                </a:solidFill>
                <a:latin typeface="Domine"/>
                <a:ea typeface="Domine"/>
                <a:cs typeface="Domine"/>
                <a:sym typeface="Domine"/>
              </a:defRPr>
            </a:lvl6pPr>
            <a:lvl7pPr indent="-317500" lvl="6" marL="3200400" marR="0" rtl="0" algn="l">
              <a:lnSpc>
                <a:spcPct val="115000"/>
              </a:lnSpc>
              <a:spcBef>
                <a:spcPts val="0"/>
              </a:spcBef>
              <a:spcAft>
                <a:spcPts val="0"/>
              </a:spcAft>
              <a:buClr>
                <a:schemeClr val="dk2"/>
              </a:buClr>
              <a:buSzPts val="1400"/>
              <a:buFont typeface="Domine"/>
              <a:buChar char="●"/>
              <a:defRPr b="0" i="0" sz="1400" u="none" cap="none" strike="noStrike">
                <a:solidFill>
                  <a:schemeClr val="dk2"/>
                </a:solidFill>
                <a:latin typeface="Domine"/>
                <a:ea typeface="Domine"/>
                <a:cs typeface="Domine"/>
                <a:sym typeface="Domine"/>
              </a:defRPr>
            </a:lvl7pPr>
            <a:lvl8pPr indent="-317500" lvl="7" marL="3657600" marR="0" rtl="0" algn="l">
              <a:lnSpc>
                <a:spcPct val="115000"/>
              </a:lnSpc>
              <a:spcBef>
                <a:spcPts val="0"/>
              </a:spcBef>
              <a:spcAft>
                <a:spcPts val="0"/>
              </a:spcAft>
              <a:buClr>
                <a:schemeClr val="dk2"/>
              </a:buClr>
              <a:buSzPts val="1400"/>
              <a:buFont typeface="Domine"/>
              <a:buChar char="○"/>
              <a:defRPr b="0" i="0" sz="1400" u="none" cap="none" strike="noStrike">
                <a:solidFill>
                  <a:schemeClr val="dk2"/>
                </a:solidFill>
                <a:latin typeface="Domine"/>
                <a:ea typeface="Domine"/>
                <a:cs typeface="Domine"/>
                <a:sym typeface="Domine"/>
              </a:defRPr>
            </a:lvl8pPr>
            <a:lvl9pPr indent="-317500" lvl="8" marL="4114800" marR="0" rtl="0" algn="l">
              <a:lnSpc>
                <a:spcPct val="115000"/>
              </a:lnSpc>
              <a:spcBef>
                <a:spcPts val="0"/>
              </a:spcBef>
              <a:spcAft>
                <a:spcPts val="0"/>
              </a:spcAft>
              <a:buClr>
                <a:schemeClr val="dk2"/>
              </a:buClr>
              <a:buSzPts val="1400"/>
              <a:buFont typeface="Domine"/>
              <a:buChar char="■"/>
              <a:defRPr b="0" i="0" sz="1400" u="none" cap="none" strike="noStrike">
                <a:solidFill>
                  <a:schemeClr val="dk2"/>
                </a:solidFill>
                <a:latin typeface="Domine"/>
                <a:ea typeface="Domine"/>
                <a:cs typeface="Domine"/>
                <a:sym typeface="Domine"/>
              </a:defRPr>
            </a:lvl9pPr>
          </a:lstStyle>
          <a:p/>
        </p:txBody>
      </p:sp>
      <p:pic>
        <p:nvPicPr>
          <p:cNvPr id="53" name="Google Shape;53;g33d9fc40065_0_456"/>
          <p:cNvPicPr preferRelativeResize="0"/>
          <p:nvPr/>
        </p:nvPicPr>
        <p:blipFill rotWithShape="1">
          <a:blip r:embed="rId1">
            <a:alphaModFix/>
          </a:blip>
          <a:srcRect b="0" l="0" r="0" t="0"/>
          <a:stretch/>
        </p:blipFill>
        <p:spPr>
          <a:xfrm>
            <a:off x="8235275" y="4661975"/>
            <a:ext cx="733075" cy="312475"/>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61" r:id="rId2"/>
    <p:sldLayoutId id="2147483662" r:id="rId3"/>
    <p:sldLayoutId id="2147483663" r:id="rId4"/>
    <p:sldLayoutId id="2147483664" r:id="rId5"/>
    <p:sldLayoutId id="2147483665" r:id="rId6"/>
    <p:sldLayoutId id="2147483666" r:id="rId7"/>
    <p:sldLayoutId id="2147483667" r:id="rId8"/>
    <p:sldLayoutId id="2147483668" r:id="rId9"/>
    <p:sldLayoutId id="2147483669" r:id="rId10"/>
    <p:sldLayoutId id="2147483670" r:id="rId11"/>
    <p:sldLayoutId id="2147483671"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hyperlink" Target="https://docs.google.com/document/d/17wdmKs84Kkrih6pqiKO3d3GlQyzYNUeytGEyPqwr780/edit?usp=sharing" TargetMode="External"/><Relationship Id="rId4" Type="http://schemas.openxmlformats.org/officeDocument/2006/relationships/hyperlink" Target="https://drive.google.com/drive/folders/1w2AZG9h-FQpNB1HtLhcnc0GcCzRfw-OY" TargetMode="External"/><Relationship Id="rId5" Type="http://schemas.openxmlformats.org/officeDocument/2006/relationships/hyperlink" Target="https://docs.google.com/document/d/15fJFDiV1mKoFHp6NGzBaIoZHSXhTZsBXEia6v3YkO0E/edit?usp=sharing"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hyperlink" Target="https://www.canva.com/" TargetMode="External"/><Relationship Id="rId4" Type="http://schemas.openxmlformats.org/officeDocument/2006/relationships/hyperlink" Target="https://www.canva.com/" TargetMode="Externa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5.png"/><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hyperlink" Target="https://drive.google.com/file/d/1ct4zYRIwHAtxoNQoeaVwWYPdnruSC6sr/view?usp=sharing" TargetMode="External"/><Relationship Id="rId4" Type="http://schemas.openxmlformats.org/officeDocument/2006/relationships/hyperlink" Target="https://docs.google.com/document/d/15fJFDiV1mKoFHp6NGzBaIoZHSXhTZsBXEia6v3YkO0E/edit?usp=sharing" TargetMode="External"/><Relationship Id="rId5" Type="http://schemas.openxmlformats.org/officeDocument/2006/relationships/image" Target="../media/image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8.xml"/><Relationship Id="rId3" Type="http://schemas.openxmlformats.org/officeDocument/2006/relationships/hyperlink" Target="https://charitywater.dropmark.com/993072?page=1" TargetMode="External"/><Relationship Id="rId4" Type="http://schemas.openxmlformats.org/officeDocument/2006/relationships/hyperlink" Target="https://drive.google.com/file/d/1ct4zYRIwHAtxoNQoeaVwWYPdnruSC6sr/view?usp=share_link" TargetMode="External"/><Relationship Id="rId5" Type="http://schemas.openxmlformats.org/officeDocument/2006/relationships/image" Target="../media/image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hyperlink" Target="https://docs.google.com/document/d/17wdmKs84Kkrih6pqiKO3d3GlQyzYNUeytGEyPqwr780/edit?usp=sharing" TargetMode="External"/><Relationship Id="rId4" Type="http://schemas.openxmlformats.org/officeDocument/2006/relationships/hyperlink" Target="https://www.canva.com/design/DAHAXwbm9GE/bo70ogd1rQiz7zgFwqWz2w/view?utm_content=DAHAXwbm9GE&amp;utm_campaign=designshare&amp;utm_medium=link&amp;utm_source=publishsharelink&amp;mode=preview" TargetMode="External"/><Relationship Id="rId5" Type="http://schemas.openxmlformats.org/officeDocument/2006/relationships/hyperlink" Target="https://charitywater.dropmark.com/993072?page=1" TargetMode="External"/><Relationship Id="rId6" Type="http://schemas.openxmlformats.org/officeDocument/2006/relationships/hyperlink" Target="https://drive.google.com/file/d/1ct4zYRIwHAtxoNQoeaVwWYPdnruSC6sr/view?usp=share_link" TargetMode="Externa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 name="Shape 100"/>
        <p:cNvGrpSpPr/>
        <p:nvPr/>
      </p:nvGrpSpPr>
      <p:grpSpPr>
        <a:xfrm>
          <a:off x="0" y="0"/>
          <a:ext cx="0" cy="0"/>
          <a:chOff x="0" y="0"/>
          <a:chExt cx="0" cy="0"/>
        </a:xfrm>
      </p:grpSpPr>
      <p:pic>
        <p:nvPicPr>
          <p:cNvPr descr="Decorative image of a yellow water jug." id="101" name="Google Shape;101;g34d0431274d_0_28" title="jerry_can_yellow.png"/>
          <p:cNvPicPr preferRelativeResize="0"/>
          <p:nvPr/>
        </p:nvPicPr>
        <p:blipFill rotWithShape="1">
          <a:blip r:embed="rId3">
            <a:alphaModFix/>
          </a:blip>
          <a:srcRect b="0" l="0" r="0" t="0"/>
          <a:stretch/>
        </p:blipFill>
        <p:spPr>
          <a:xfrm>
            <a:off x="6138824" y="1633321"/>
            <a:ext cx="2063700" cy="2861300"/>
          </a:xfrm>
          <a:prstGeom prst="rect">
            <a:avLst/>
          </a:prstGeom>
          <a:noFill/>
          <a:ln>
            <a:noFill/>
          </a:ln>
        </p:spPr>
      </p:pic>
      <p:sp>
        <p:nvSpPr>
          <p:cNvPr id="102" name="Google Shape;102;g34d0431274d_0_28"/>
          <p:cNvSpPr txBox="1"/>
          <p:nvPr>
            <p:ph type="ctrTitle"/>
          </p:nvPr>
        </p:nvSpPr>
        <p:spPr>
          <a:xfrm>
            <a:off x="148658" y="418475"/>
            <a:ext cx="8520600" cy="2052600"/>
          </a:xfrm>
          <a:prstGeom prst="rect">
            <a:avLst/>
          </a:prstGeom>
          <a:noFill/>
          <a:ln>
            <a:noFill/>
          </a:ln>
        </p:spPr>
        <p:txBody>
          <a:bodyPr anchorCtr="0" anchor="t" bIns="91425" lIns="91425" spcFirstLastPara="1" rIns="91425" wrap="square" tIns="91425">
            <a:normAutofit/>
          </a:bodyPr>
          <a:lstStyle/>
          <a:p>
            <a:pPr indent="0" lvl="0" marL="0" marR="0" rtl="0" algn="l">
              <a:lnSpc>
                <a:spcPct val="100000"/>
              </a:lnSpc>
              <a:spcBef>
                <a:spcPts val="0"/>
              </a:spcBef>
              <a:spcAft>
                <a:spcPts val="0"/>
              </a:spcAft>
              <a:buClr>
                <a:schemeClr val="dk1"/>
              </a:buClr>
              <a:buSzPts val="3200"/>
              <a:buFont typeface="Arial"/>
              <a:buNone/>
            </a:pPr>
            <a:r>
              <a:rPr b="1" lang="en" sz="4000">
                <a:latin typeface="Plus Jakarta Sans"/>
                <a:ea typeface="Plus Jakarta Sans"/>
                <a:cs typeface="Plus Jakarta Sans"/>
                <a:sym typeface="Plus Jakarta Sans"/>
              </a:rPr>
              <a:t>Project - </a:t>
            </a:r>
            <a:r>
              <a:rPr b="1" lang="en" sz="4000">
                <a:latin typeface="Plus Jakarta Sans"/>
                <a:ea typeface="Plus Jakarta Sans"/>
                <a:cs typeface="Plus Jakarta Sans"/>
                <a:sym typeface="Plus Jakarta Sans"/>
              </a:rPr>
              <a:t>Design a Landing Page for charity: water</a:t>
            </a:r>
            <a:endParaRPr b="1" sz="4000">
              <a:latin typeface="Plus Jakarta Sans"/>
              <a:ea typeface="Plus Jakarta Sans"/>
              <a:cs typeface="Plus Jakarta Sans"/>
              <a:sym typeface="Plus Jakarta Sans"/>
            </a:endParaRPr>
          </a:p>
        </p:txBody>
      </p:sp>
      <p:sp>
        <p:nvSpPr>
          <p:cNvPr id="103" name="Google Shape;103;g34d0431274d_0_28"/>
          <p:cNvSpPr txBox="1"/>
          <p:nvPr>
            <p:ph idx="1" type="subTitle"/>
          </p:nvPr>
        </p:nvSpPr>
        <p:spPr>
          <a:xfrm>
            <a:off x="311700" y="1698050"/>
            <a:ext cx="5049000" cy="2913300"/>
          </a:xfrm>
          <a:prstGeom prst="rect">
            <a:avLst/>
          </a:prstGeom>
          <a:noFill/>
          <a:ln>
            <a:noFill/>
          </a:ln>
        </p:spPr>
        <p:txBody>
          <a:bodyPr anchorCtr="0" anchor="t" bIns="91425" lIns="91425" spcFirstLastPara="1" rIns="91425" wrap="square" tIns="91425">
            <a:normAutofit fontScale="62500" lnSpcReduction="10000"/>
          </a:bodyPr>
          <a:lstStyle/>
          <a:p>
            <a:pPr indent="0" lvl="0" marL="0" rtl="0" algn="l">
              <a:lnSpc>
                <a:spcPct val="100000"/>
              </a:lnSpc>
              <a:spcBef>
                <a:spcPts val="0"/>
              </a:spcBef>
              <a:spcAft>
                <a:spcPts val="0"/>
              </a:spcAft>
              <a:buSzPct val="160000"/>
              <a:buNone/>
            </a:pPr>
            <a:r>
              <a:rPr lang="en">
                <a:latin typeface="Plus Jakarta Sans"/>
                <a:ea typeface="Plus Jakarta Sans"/>
                <a:cs typeface="Plus Jakarta Sans"/>
                <a:sym typeface="Plus Jakarta Sans"/>
              </a:rPr>
              <a:t>A note on using this slide deck: </a:t>
            </a:r>
            <a:br>
              <a:rPr lang="en">
                <a:latin typeface="Plus Jakarta Sans"/>
                <a:ea typeface="Plus Jakarta Sans"/>
                <a:cs typeface="Plus Jakarta Sans"/>
                <a:sym typeface="Plus Jakarta Sans"/>
              </a:rPr>
            </a:br>
            <a:endParaRPr>
              <a:latin typeface="Plus Jakarta Sans"/>
              <a:ea typeface="Plus Jakarta Sans"/>
              <a:cs typeface="Plus Jakarta Sans"/>
              <a:sym typeface="Plus Jakarta Sans"/>
            </a:endParaRPr>
          </a:p>
          <a:p>
            <a:pPr indent="0" lvl="0" marL="0" rtl="0" algn="l">
              <a:lnSpc>
                <a:spcPct val="100000"/>
              </a:lnSpc>
              <a:spcBef>
                <a:spcPts val="0"/>
              </a:spcBef>
              <a:spcAft>
                <a:spcPts val="0"/>
              </a:spcAft>
              <a:buSzPct val="160000"/>
              <a:buNone/>
            </a:pPr>
            <a:r>
              <a:rPr lang="en">
                <a:latin typeface="Plus Jakarta Sans"/>
                <a:ea typeface="Plus Jakarta Sans"/>
                <a:cs typeface="Plus Jakarta Sans"/>
                <a:sym typeface="Plus Jakarta Sans"/>
              </a:rPr>
              <a:t>To ensure you can use this project as a portfolio piece that will impress potential employers, please remove instruction slides, sample AI prompts and other supporting materials provided by the teaching team. </a:t>
            </a:r>
            <a:endParaRPr>
              <a:latin typeface="Plus Jakarta Sans"/>
              <a:ea typeface="Plus Jakarta Sans"/>
              <a:cs typeface="Plus Jakarta Sans"/>
              <a:sym typeface="Plus Jakarta Sans"/>
            </a:endParaRPr>
          </a:p>
          <a:p>
            <a:pPr indent="0" lvl="0" marL="0" rtl="0" algn="l">
              <a:lnSpc>
                <a:spcPct val="100000"/>
              </a:lnSpc>
              <a:spcBef>
                <a:spcPts val="0"/>
              </a:spcBef>
              <a:spcAft>
                <a:spcPts val="0"/>
              </a:spcAft>
              <a:buSzPct val="160000"/>
              <a:buNone/>
            </a:pPr>
            <a:r>
              <a:t/>
            </a:r>
            <a:endParaRPr>
              <a:latin typeface="Plus Jakarta Sans"/>
              <a:ea typeface="Plus Jakarta Sans"/>
              <a:cs typeface="Plus Jakarta Sans"/>
              <a:sym typeface="Plus Jakarta Sans"/>
            </a:endParaRPr>
          </a:p>
          <a:p>
            <a:pPr indent="0" lvl="0" marL="0" rtl="0" algn="l">
              <a:lnSpc>
                <a:spcPct val="100000"/>
              </a:lnSpc>
              <a:spcBef>
                <a:spcPts val="0"/>
              </a:spcBef>
              <a:spcAft>
                <a:spcPts val="0"/>
              </a:spcAft>
              <a:buSzPct val="160000"/>
              <a:buNone/>
            </a:pPr>
            <a:r>
              <a:rPr lang="en">
                <a:latin typeface="Plus Jakarta Sans"/>
                <a:ea typeface="Plus Jakarta Sans"/>
                <a:cs typeface="Plus Jakarta Sans"/>
                <a:sym typeface="Plus Jakarta Sans"/>
              </a:rPr>
              <a:t>The final version should include only your work, and demonstrate a high level of professionalism and attention to detail! </a:t>
            </a:r>
            <a:endParaRPr>
              <a:latin typeface="Plus Jakarta Sans"/>
              <a:ea typeface="Plus Jakarta Sans"/>
              <a:cs typeface="Plus Jakarta Sans"/>
              <a:sym typeface="Plus Jakarta Sans"/>
            </a:endParaRPr>
          </a:p>
        </p:txBody>
      </p:sp>
      <p:sp>
        <p:nvSpPr>
          <p:cNvPr id="104" name="Google Shape;104;g34d0431274d_0_28"/>
          <p:cNvSpPr/>
          <p:nvPr/>
        </p:nvSpPr>
        <p:spPr>
          <a:xfrm>
            <a:off x="-8375" y="-25"/>
            <a:ext cx="9152400" cy="245100"/>
          </a:xfrm>
          <a:prstGeom prst="rect">
            <a:avLst/>
          </a:prstGeom>
          <a:solidFill>
            <a:srgbClr val="D8453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200"/>
              <a:buFont typeface="Arial"/>
              <a:buNone/>
            </a:pPr>
            <a:r>
              <a:rPr b="0" i="0" lang="en" sz="1200" u="none" cap="none" strike="noStrike">
                <a:solidFill>
                  <a:srgbClr val="FFFFFF"/>
                </a:solidFill>
                <a:latin typeface="Plus Jakarta Sans SemiBold"/>
                <a:ea typeface="Plus Jakarta Sans SemiBold"/>
                <a:cs typeface="Plus Jakarta Sans SemiBold"/>
                <a:sym typeface="Plus Jakarta Sans SemiBold"/>
              </a:rPr>
              <a:t>Delete this slide before submitting your presentation.</a:t>
            </a:r>
            <a:endParaRPr b="0" i="0" sz="1200" u="none" cap="none" strike="noStrike">
              <a:solidFill>
                <a:srgbClr val="FFFFFF"/>
              </a:solidFill>
              <a:latin typeface="Plus Jakarta Sans SemiBold"/>
              <a:ea typeface="Plus Jakarta Sans SemiBold"/>
              <a:cs typeface="Plus Jakarta Sans SemiBold"/>
              <a:sym typeface="Plus Jakarta Sans SemiBold"/>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 name="Shape 108"/>
        <p:cNvGrpSpPr/>
        <p:nvPr/>
      </p:nvGrpSpPr>
      <p:grpSpPr>
        <a:xfrm>
          <a:off x="0" y="0"/>
          <a:ext cx="0" cy="0"/>
          <a:chOff x="0" y="0"/>
          <a:chExt cx="0" cy="0"/>
        </a:xfrm>
      </p:grpSpPr>
      <p:sp>
        <p:nvSpPr>
          <p:cNvPr id="109" name="Google Shape;109;g34a14e47757_0_0"/>
          <p:cNvSpPr txBox="1"/>
          <p:nvPr/>
        </p:nvSpPr>
        <p:spPr>
          <a:xfrm>
            <a:off x="536528" y="527066"/>
            <a:ext cx="7799700" cy="5850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chemeClr val="dk1"/>
              </a:buClr>
              <a:buSzPts val="3200"/>
              <a:buFont typeface="Arial"/>
              <a:buNone/>
            </a:pPr>
            <a:r>
              <a:rPr b="1" i="0" lang="en" sz="2600" u="none" cap="none" strike="noStrike">
                <a:solidFill>
                  <a:schemeClr val="dk1"/>
                </a:solidFill>
                <a:latin typeface="Plus Jakarta Sans"/>
                <a:ea typeface="Plus Jakarta Sans"/>
                <a:cs typeface="Plus Jakarta Sans"/>
                <a:sym typeface="Plus Jakarta Sans"/>
              </a:rPr>
              <a:t>charity: water — The Campaign Brief</a:t>
            </a:r>
            <a:endParaRPr b="1" i="0" sz="3800" u="none" cap="none" strike="noStrike">
              <a:solidFill>
                <a:schemeClr val="dk1"/>
              </a:solidFill>
              <a:latin typeface="Plus Jakarta Sans"/>
              <a:ea typeface="Plus Jakarta Sans"/>
              <a:cs typeface="Plus Jakarta Sans"/>
              <a:sym typeface="Plus Jakarta Sans"/>
            </a:endParaRPr>
          </a:p>
        </p:txBody>
      </p:sp>
      <p:sp>
        <p:nvSpPr>
          <p:cNvPr id="110" name="Google Shape;110;g34a14e47757_0_0"/>
          <p:cNvSpPr txBox="1"/>
          <p:nvPr>
            <p:ph idx="4294967295" type="body"/>
          </p:nvPr>
        </p:nvSpPr>
        <p:spPr>
          <a:xfrm>
            <a:off x="543450" y="1117038"/>
            <a:ext cx="7799700" cy="3757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800"/>
              <a:buNone/>
            </a:pPr>
            <a:r>
              <a:rPr lang="en" sz="1500">
                <a:solidFill>
                  <a:schemeClr val="dk1"/>
                </a:solidFill>
                <a:latin typeface="Plus Jakarta Sans"/>
                <a:ea typeface="Plus Jakarta Sans"/>
                <a:cs typeface="Plus Jakarta Sans"/>
                <a:sym typeface="Plus Jakarta Sans"/>
              </a:rPr>
              <a:t>Your first step as a marketing associate working with a client is to review </a:t>
            </a:r>
            <a:r>
              <a:rPr lang="en" sz="1500" u="sng">
                <a:solidFill>
                  <a:schemeClr val="hlink"/>
                </a:solidFill>
                <a:latin typeface="Plus Jakarta Sans"/>
                <a:ea typeface="Plus Jakarta Sans"/>
                <a:cs typeface="Plus Jakarta Sans"/>
                <a:sym typeface="Plus Jakarta Sans"/>
                <a:hlinkClick r:id="rId3"/>
              </a:rPr>
              <a:t>the campaign brief</a:t>
            </a:r>
            <a:r>
              <a:rPr lang="en" sz="1500">
                <a:solidFill>
                  <a:schemeClr val="dk1"/>
                </a:solidFill>
                <a:latin typeface="Plus Jakarta Sans"/>
                <a:ea typeface="Plus Jakarta Sans"/>
                <a:cs typeface="Plus Jakarta Sans"/>
                <a:sym typeface="Plus Jakarta Sans"/>
              </a:rPr>
              <a:t>. This doc contains information from the charity: water team, including: </a:t>
            </a:r>
            <a:endParaRPr sz="1500">
              <a:solidFill>
                <a:schemeClr val="dk1"/>
              </a:solidFill>
              <a:latin typeface="Plus Jakarta Sans"/>
              <a:ea typeface="Plus Jakarta Sans"/>
              <a:cs typeface="Plus Jakarta Sans"/>
              <a:sym typeface="Plus Jakarta Sans"/>
            </a:endParaRPr>
          </a:p>
          <a:p>
            <a:pPr indent="-323850" lvl="0" marL="457200" rtl="0" algn="l">
              <a:lnSpc>
                <a:spcPct val="115000"/>
              </a:lnSpc>
              <a:spcBef>
                <a:spcPts val="1200"/>
              </a:spcBef>
              <a:spcAft>
                <a:spcPts val="0"/>
              </a:spcAft>
              <a:buClr>
                <a:schemeClr val="dk1"/>
              </a:buClr>
              <a:buSzPts val="1500"/>
              <a:buFont typeface="Plus Jakarta Sans"/>
              <a:buChar char="●"/>
            </a:pPr>
            <a:r>
              <a:rPr lang="en" sz="1500">
                <a:solidFill>
                  <a:schemeClr val="dk1"/>
                </a:solidFill>
                <a:latin typeface="Plus Jakarta Sans"/>
                <a:ea typeface="Plus Jakarta Sans"/>
                <a:cs typeface="Plus Jakarta Sans"/>
                <a:sym typeface="Plus Jakarta Sans"/>
              </a:rPr>
              <a:t>The organization’s mission </a:t>
            </a:r>
            <a:endParaRPr sz="1500">
              <a:solidFill>
                <a:schemeClr val="dk1"/>
              </a:solidFill>
              <a:latin typeface="Plus Jakarta Sans"/>
              <a:ea typeface="Plus Jakarta Sans"/>
              <a:cs typeface="Plus Jakarta Sans"/>
              <a:sym typeface="Plus Jakarta Sans"/>
            </a:endParaRPr>
          </a:p>
          <a:p>
            <a:pPr indent="-323850" lvl="0" marL="457200" rtl="0" algn="l">
              <a:lnSpc>
                <a:spcPct val="115000"/>
              </a:lnSpc>
              <a:spcBef>
                <a:spcPts val="0"/>
              </a:spcBef>
              <a:spcAft>
                <a:spcPts val="0"/>
              </a:spcAft>
              <a:buClr>
                <a:schemeClr val="dk1"/>
              </a:buClr>
              <a:buSzPts val="1500"/>
              <a:buFont typeface="Plus Jakarta Sans"/>
              <a:buChar char="●"/>
            </a:pPr>
            <a:r>
              <a:rPr lang="en" sz="1500">
                <a:solidFill>
                  <a:schemeClr val="dk1"/>
                </a:solidFill>
                <a:latin typeface="Plus Jakarta Sans"/>
                <a:ea typeface="Plus Jakarta Sans"/>
                <a:cs typeface="Plus Jakarta Sans"/>
                <a:sym typeface="Plus Jakarta Sans"/>
              </a:rPr>
              <a:t>What they need help with (the objective of this project)</a:t>
            </a:r>
            <a:endParaRPr sz="1500">
              <a:solidFill>
                <a:schemeClr val="dk1"/>
              </a:solidFill>
              <a:latin typeface="Plus Jakarta Sans"/>
              <a:ea typeface="Plus Jakarta Sans"/>
              <a:cs typeface="Plus Jakarta Sans"/>
              <a:sym typeface="Plus Jakarta Sans"/>
            </a:endParaRPr>
          </a:p>
          <a:p>
            <a:pPr indent="-323850" lvl="0" marL="457200" rtl="0" algn="l">
              <a:lnSpc>
                <a:spcPct val="115000"/>
              </a:lnSpc>
              <a:spcBef>
                <a:spcPts val="0"/>
              </a:spcBef>
              <a:spcAft>
                <a:spcPts val="0"/>
              </a:spcAft>
              <a:buClr>
                <a:schemeClr val="dk1"/>
              </a:buClr>
              <a:buSzPts val="1500"/>
              <a:buFont typeface="Plus Jakarta Sans"/>
              <a:buChar char="●"/>
            </a:pPr>
            <a:r>
              <a:rPr lang="en" sz="1500">
                <a:solidFill>
                  <a:schemeClr val="dk1"/>
                </a:solidFill>
                <a:latin typeface="Plus Jakarta Sans"/>
                <a:ea typeface="Plus Jakarta Sans"/>
                <a:cs typeface="Plus Jakarta Sans"/>
                <a:sym typeface="Plus Jakarta Sans"/>
              </a:rPr>
              <a:t>Customer Personas</a:t>
            </a:r>
            <a:endParaRPr sz="1500">
              <a:solidFill>
                <a:schemeClr val="dk1"/>
              </a:solidFill>
              <a:latin typeface="Plus Jakarta Sans"/>
              <a:ea typeface="Plus Jakarta Sans"/>
              <a:cs typeface="Plus Jakarta Sans"/>
              <a:sym typeface="Plus Jakarta Sans"/>
            </a:endParaRPr>
          </a:p>
          <a:p>
            <a:pPr indent="-323850" lvl="0" marL="457200" rtl="0" algn="l">
              <a:lnSpc>
                <a:spcPct val="115000"/>
              </a:lnSpc>
              <a:spcBef>
                <a:spcPts val="0"/>
              </a:spcBef>
              <a:spcAft>
                <a:spcPts val="0"/>
              </a:spcAft>
              <a:buClr>
                <a:schemeClr val="dk1"/>
              </a:buClr>
              <a:buSzPts val="1500"/>
              <a:buFont typeface="Plus Jakarta Sans"/>
              <a:buChar char="●"/>
            </a:pPr>
            <a:r>
              <a:rPr lang="en" sz="1500">
                <a:solidFill>
                  <a:schemeClr val="dk1"/>
                </a:solidFill>
                <a:latin typeface="Plus Jakarta Sans"/>
                <a:ea typeface="Plus Jakarta Sans"/>
                <a:cs typeface="Plus Jakarta Sans"/>
                <a:sym typeface="Plus Jakarta Sans"/>
              </a:rPr>
              <a:t>Brand Guidelines</a:t>
            </a:r>
            <a:endParaRPr sz="1500">
              <a:solidFill>
                <a:schemeClr val="dk1"/>
              </a:solidFill>
              <a:latin typeface="Plus Jakarta Sans"/>
              <a:ea typeface="Plus Jakarta Sans"/>
              <a:cs typeface="Plus Jakarta Sans"/>
              <a:sym typeface="Plus Jakarta Sans"/>
            </a:endParaRPr>
          </a:p>
          <a:p>
            <a:pPr indent="-323850" lvl="0" marL="457200" rtl="0" algn="l">
              <a:lnSpc>
                <a:spcPct val="115000"/>
              </a:lnSpc>
              <a:spcBef>
                <a:spcPts val="0"/>
              </a:spcBef>
              <a:spcAft>
                <a:spcPts val="0"/>
              </a:spcAft>
              <a:buClr>
                <a:schemeClr val="dk1"/>
              </a:buClr>
              <a:buSzPts val="1500"/>
              <a:buFont typeface="Plus Jakarta Sans"/>
              <a:buChar char="●"/>
            </a:pPr>
            <a:r>
              <a:rPr lang="en" sz="1500">
                <a:solidFill>
                  <a:schemeClr val="dk1"/>
                </a:solidFill>
                <a:latin typeface="Plus Jakarta Sans"/>
                <a:ea typeface="Plus Jakarta Sans"/>
                <a:cs typeface="Plus Jakarta Sans"/>
                <a:sym typeface="Plus Jakarta Sans"/>
              </a:rPr>
              <a:t>Visual Images</a:t>
            </a:r>
            <a:endParaRPr sz="1500">
              <a:solidFill>
                <a:schemeClr val="dk1"/>
              </a:solidFill>
              <a:latin typeface="Plus Jakarta Sans"/>
              <a:ea typeface="Plus Jakarta Sans"/>
              <a:cs typeface="Plus Jakarta Sans"/>
              <a:sym typeface="Plus Jakarta Sans"/>
            </a:endParaRPr>
          </a:p>
          <a:p>
            <a:pPr indent="-323850" lvl="0" marL="457200" rtl="0" algn="l">
              <a:lnSpc>
                <a:spcPct val="115000"/>
              </a:lnSpc>
              <a:spcBef>
                <a:spcPts val="0"/>
              </a:spcBef>
              <a:spcAft>
                <a:spcPts val="0"/>
              </a:spcAft>
              <a:buClr>
                <a:schemeClr val="dk1"/>
              </a:buClr>
              <a:buSzPts val="1500"/>
              <a:buFont typeface="Plus Jakarta Sans"/>
              <a:buChar char="●"/>
            </a:pPr>
            <a:r>
              <a:rPr lang="en" sz="1500">
                <a:solidFill>
                  <a:schemeClr val="dk1"/>
                </a:solidFill>
                <a:latin typeface="Plus Jakarta Sans"/>
                <a:ea typeface="Plus Jakarta Sans"/>
                <a:cs typeface="Plus Jakarta Sans"/>
                <a:sym typeface="Plus Jakarta Sans"/>
              </a:rPr>
              <a:t>Logos (found in </a:t>
            </a:r>
            <a:r>
              <a:rPr lang="en" sz="1500" u="sng">
                <a:solidFill>
                  <a:schemeClr val="hlink"/>
                </a:solidFill>
                <a:latin typeface="Plus Jakarta Sans"/>
                <a:ea typeface="Plus Jakarta Sans"/>
                <a:cs typeface="Plus Jakarta Sans"/>
                <a:sym typeface="Plus Jakarta Sans"/>
                <a:hlinkClick r:id="rId4"/>
              </a:rPr>
              <a:t>this folder</a:t>
            </a:r>
            <a:r>
              <a:rPr lang="en" sz="1500">
                <a:solidFill>
                  <a:schemeClr val="dk1"/>
                </a:solidFill>
                <a:latin typeface="Plus Jakarta Sans"/>
                <a:ea typeface="Plus Jakarta Sans"/>
                <a:cs typeface="Plus Jakarta Sans"/>
                <a:sym typeface="Plus Jakarta Sans"/>
              </a:rPr>
              <a:t>)</a:t>
            </a:r>
            <a:endParaRPr sz="1500">
              <a:solidFill>
                <a:schemeClr val="dk1"/>
              </a:solidFill>
              <a:latin typeface="Plus Jakarta Sans"/>
              <a:ea typeface="Plus Jakarta Sans"/>
              <a:cs typeface="Plus Jakarta Sans"/>
              <a:sym typeface="Plus Jakarta Sans"/>
            </a:endParaRPr>
          </a:p>
          <a:p>
            <a:pPr indent="-323850" lvl="0" marL="457200" rtl="0" algn="l">
              <a:lnSpc>
                <a:spcPct val="115000"/>
              </a:lnSpc>
              <a:spcBef>
                <a:spcPts val="0"/>
              </a:spcBef>
              <a:spcAft>
                <a:spcPts val="0"/>
              </a:spcAft>
              <a:buClr>
                <a:schemeClr val="dk1"/>
              </a:buClr>
              <a:buSzPts val="1500"/>
              <a:buFont typeface="Plus Jakarta Sans"/>
              <a:buChar char="●"/>
            </a:pPr>
            <a:r>
              <a:rPr lang="en" sz="1500" u="sng">
                <a:solidFill>
                  <a:schemeClr val="hlink"/>
                </a:solidFill>
                <a:latin typeface="Plus Jakarta Sans"/>
                <a:ea typeface="Plus Jakarta Sans"/>
                <a:cs typeface="Plus Jakarta Sans"/>
                <a:sym typeface="Plus Jakarta Sans"/>
                <a:hlinkClick r:id="rId5"/>
              </a:rPr>
              <a:t>Fonts &amp; Typography</a:t>
            </a:r>
            <a:r>
              <a:rPr lang="en" sz="1500">
                <a:solidFill>
                  <a:schemeClr val="dk1"/>
                </a:solidFill>
                <a:latin typeface="Plus Jakarta Sans"/>
                <a:ea typeface="Plus Jakarta Sans"/>
                <a:cs typeface="Plus Jakarta Sans"/>
                <a:sym typeface="Plus Jakarta Sans"/>
              </a:rPr>
              <a:t> </a:t>
            </a:r>
            <a:endParaRPr sz="1500">
              <a:solidFill>
                <a:schemeClr val="dk1"/>
              </a:solidFill>
              <a:latin typeface="Plus Jakarta Sans"/>
              <a:ea typeface="Plus Jakarta Sans"/>
              <a:cs typeface="Plus Jakarta Sans"/>
              <a:sym typeface="Plus Jakarta Sans"/>
            </a:endParaRPr>
          </a:p>
          <a:p>
            <a:pPr indent="-323850" lvl="0" marL="457200" rtl="0" algn="l">
              <a:lnSpc>
                <a:spcPct val="115000"/>
              </a:lnSpc>
              <a:spcBef>
                <a:spcPts val="0"/>
              </a:spcBef>
              <a:spcAft>
                <a:spcPts val="0"/>
              </a:spcAft>
              <a:buClr>
                <a:schemeClr val="dk1"/>
              </a:buClr>
              <a:buSzPts val="1500"/>
              <a:buFont typeface="Plus Jakarta Sans"/>
              <a:buChar char="●"/>
            </a:pPr>
            <a:r>
              <a:rPr lang="en" sz="1500">
                <a:solidFill>
                  <a:schemeClr val="dk1"/>
                </a:solidFill>
                <a:latin typeface="Plus Jakarta Sans"/>
                <a:ea typeface="Plus Jakarta Sans"/>
                <a:cs typeface="Plus Jakarta Sans"/>
                <a:sym typeface="Plus Jakarta Sans"/>
              </a:rPr>
              <a:t>Design &amp; Tone Guidelines</a:t>
            </a:r>
            <a:endParaRPr sz="1500">
              <a:solidFill>
                <a:schemeClr val="dk1"/>
              </a:solidFill>
              <a:latin typeface="Plus Jakarta Sans"/>
              <a:ea typeface="Plus Jakarta Sans"/>
              <a:cs typeface="Plus Jakarta Sans"/>
              <a:sym typeface="Plus Jakarta Sans"/>
            </a:endParaRPr>
          </a:p>
          <a:p>
            <a:pPr indent="-323850" lvl="0" marL="457200" rtl="0" algn="l">
              <a:lnSpc>
                <a:spcPct val="115000"/>
              </a:lnSpc>
              <a:spcBef>
                <a:spcPts val="0"/>
              </a:spcBef>
              <a:spcAft>
                <a:spcPts val="0"/>
              </a:spcAft>
              <a:buClr>
                <a:schemeClr val="dk1"/>
              </a:buClr>
              <a:buSzPts val="1500"/>
              <a:buFont typeface="Plus Jakarta Sans"/>
              <a:buChar char="●"/>
            </a:pPr>
            <a:r>
              <a:rPr lang="en" sz="1500">
                <a:solidFill>
                  <a:schemeClr val="dk1"/>
                </a:solidFill>
                <a:latin typeface="Plus Jakarta Sans"/>
                <a:ea typeface="Plus Jakarta Sans"/>
                <a:cs typeface="Plus Jakarta Sans"/>
                <a:sym typeface="Plus Jakarta Sans"/>
              </a:rPr>
              <a:t>Success Metrics </a:t>
            </a:r>
            <a:endParaRPr sz="1500">
              <a:solidFill>
                <a:schemeClr val="dk1"/>
              </a:solidFill>
              <a:latin typeface="Plus Jakarta Sans"/>
              <a:ea typeface="Plus Jakarta Sans"/>
              <a:cs typeface="Plus Jakarta Sans"/>
              <a:sym typeface="Plus Jakarta Sans"/>
            </a:endParaRPr>
          </a:p>
          <a:p>
            <a:pPr indent="0" lvl="0" marL="0" rtl="0" algn="l">
              <a:lnSpc>
                <a:spcPct val="115000"/>
              </a:lnSpc>
              <a:spcBef>
                <a:spcPts val="0"/>
              </a:spcBef>
              <a:spcAft>
                <a:spcPts val="0"/>
              </a:spcAft>
              <a:buSzPts val="1800"/>
              <a:buNone/>
            </a:pPr>
            <a:br>
              <a:rPr lang="en" sz="1400">
                <a:solidFill>
                  <a:srgbClr val="1E2D31"/>
                </a:solidFill>
                <a:latin typeface="Plus Jakarta Sans"/>
                <a:ea typeface="Plus Jakarta Sans"/>
                <a:cs typeface="Plus Jakarta Sans"/>
                <a:sym typeface="Plus Jakarta Sans"/>
              </a:rPr>
            </a:br>
            <a:r>
              <a:rPr b="1" lang="en" sz="1400">
                <a:solidFill>
                  <a:srgbClr val="1E2D31"/>
                </a:solidFill>
                <a:highlight>
                  <a:srgbClr val="FFF2CC"/>
                </a:highlight>
                <a:latin typeface="Plus Jakarta Sans"/>
                <a:ea typeface="Plus Jakarta Sans"/>
                <a:cs typeface="Plus Jakarta Sans"/>
                <a:sym typeface="Plus Jakarta Sans"/>
              </a:rPr>
              <a:t>Note: </a:t>
            </a:r>
            <a:r>
              <a:rPr lang="en" sz="1400">
                <a:solidFill>
                  <a:srgbClr val="1E2D31"/>
                </a:solidFill>
                <a:highlight>
                  <a:srgbClr val="FFF2CC"/>
                </a:highlight>
                <a:latin typeface="Plus Jakarta Sans"/>
                <a:ea typeface="Plus Jakarta Sans"/>
                <a:cs typeface="Plus Jakarta Sans"/>
                <a:sym typeface="Plus Jakarta Sans"/>
              </a:rPr>
              <a:t>you will need to use the </a:t>
            </a:r>
            <a:r>
              <a:rPr b="1" lang="en" sz="1400">
                <a:solidFill>
                  <a:srgbClr val="1E2D31"/>
                </a:solidFill>
                <a:highlight>
                  <a:srgbClr val="FFF2CC"/>
                </a:highlight>
                <a:latin typeface="Plus Jakarta Sans"/>
                <a:ea typeface="Plus Jakarta Sans"/>
                <a:cs typeface="Plus Jakarta Sans"/>
                <a:sym typeface="Plus Jakarta Sans"/>
              </a:rPr>
              <a:t>colors</a:t>
            </a:r>
            <a:r>
              <a:rPr lang="en" sz="1400">
                <a:solidFill>
                  <a:srgbClr val="1E2D31"/>
                </a:solidFill>
                <a:highlight>
                  <a:srgbClr val="FFF2CC"/>
                </a:highlight>
                <a:latin typeface="Plus Jakarta Sans"/>
                <a:ea typeface="Plus Jakarta Sans"/>
                <a:cs typeface="Plus Jakarta Sans"/>
                <a:sym typeface="Plus Jakarta Sans"/>
              </a:rPr>
              <a:t>,</a:t>
            </a:r>
            <a:r>
              <a:rPr b="1" lang="en" sz="1400">
                <a:solidFill>
                  <a:srgbClr val="1E2D31"/>
                </a:solidFill>
                <a:highlight>
                  <a:srgbClr val="FFF2CC"/>
                </a:highlight>
                <a:latin typeface="Plus Jakarta Sans"/>
                <a:ea typeface="Plus Jakarta Sans"/>
                <a:cs typeface="Plus Jakarta Sans"/>
                <a:sym typeface="Plus Jakarta Sans"/>
              </a:rPr>
              <a:t> images</a:t>
            </a:r>
            <a:r>
              <a:rPr lang="en" sz="1400">
                <a:solidFill>
                  <a:srgbClr val="1E2D31"/>
                </a:solidFill>
                <a:highlight>
                  <a:srgbClr val="FFF2CC"/>
                </a:highlight>
                <a:latin typeface="Plus Jakarta Sans"/>
                <a:ea typeface="Plus Jakarta Sans"/>
                <a:cs typeface="Plus Jakarta Sans"/>
                <a:sym typeface="Plus Jakarta Sans"/>
              </a:rPr>
              <a:t> and </a:t>
            </a:r>
            <a:r>
              <a:rPr b="1" lang="en" sz="1400">
                <a:solidFill>
                  <a:srgbClr val="1E2D31"/>
                </a:solidFill>
                <a:highlight>
                  <a:srgbClr val="FFF2CC"/>
                </a:highlight>
                <a:latin typeface="Plus Jakarta Sans"/>
                <a:ea typeface="Plus Jakarta Sans"/>
                <a:cs typeface="Plus Jakarta Sans"/>
                <a:sym typeface="Plus Jakarta Sans"/>
              </a:rPr>
              <a:t>fonts </a:t>
            </a:r>
            <a:r>
              <a:rPr lang="en" sz="1400">
                <a:solidFill>
                  <a:srgbClr val="1E2D31"/>
                </a:solidFill>
                <a:highlight>
                  <a:srgbClr val="FFF2CC"/>
                </a:highlight>
                <a:latin typeface="Plus Jakarta Sans"/>
                <a:ea typeface="Plus Jakarta Sans"/>
                <a:cs typeface="Plus Jakarta Sans"/>
                <a:sym typeface="Plus Jakarta Sans"/>
              </a:rPr>
              <a:t>that charity: water has provided for this project. See the brand guidelines in the campaign brief for more details</a:t>
            </a:r>
            <a:endParaRPr sz="1400">
              <a:solidFill>
                <a:schemeClr val="dk1"/>
              </a:solidFill>
              <a:highlight>
                <a:srgbClr val="FFF2CC"/>
              </a:highlight>
              <a:latin typeface="Plus Jakarta Sans"/>
              <a:ea typeface="Plus Jakarta Sans"/>
              <a:cs typeface="Plus Jakarta Sans"/>
              <a:sym typeface="Plus Jakarta Sans"/>
            </a:endParaRPr>
          </a:p>
        </p:txBody>
      </p:sp>
      <p:sp>
        <p:nvSpPr>
          <p:cNvPr id="111" name="Google Shape;111;g34a14e47757_0_0"/>
          <p:cNvSpPr/>
          <p:nvPr/>
        </p:nvSpPr>
        <p:spPr>
          <a:xfrm>
            <a:off x="0" y="5039700"/>
            <a:ext cx="9152400" cy="103800"/>
          </a:xfrm>
          <a:prstGeom prst="rect">
            <a:avLst/>
          </a:prstGeom>
          <a:solidFill>
            <a:srgbClr val="FECE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2" name="Google Shape;112;g34a14e47757_0_0"/>
          <p:cNvSpPr/>
          <p:nvPr/>
        </p:nvSpPr>
        <p:spPr>
          <a:xfrm>
            <a:off x="-8375" y="-25"/>
            <a:ext cx="9152400" cy="245100"/>
          </a:xfrm>
          <a:prstGeom prst="rect">
            <a:avLst/>
          </a:prstGeom>
          <a:solidFill>
            <a:srgbClr val="D8453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200"/>
              <a:buFont typeface="Arial"/>
              <a:buNone/>
            </a:pPr>
            <a:r>
              <a:rPr b="0" i="0" lang="en" sz="1200" u="none" cap="none" strike="noStrike">
                <a:solidFill>
                  <a:srgbClr val="FFFFFF"/>
                </a:solidFill>
                <a:latin typeface="Plus Jakarta Sans SemiBold"/>
                <a:ea typeface="Plus Jakarta Sans SemiBold"/>
                <a:cs typeface="Plus Jakarta Sans SemiBold"/>
                <a:sym typeface="Plus Jakarta Sans SemiBold"/>
              </a:rPr>
              <a:t>Delete this slide before submitting your presentation.</a:t>
            </a:r>
            <a:endParaRPr b="0" i="0" sz="1200" u="none" cap="none" strike="noStrike">
              <a:solidFill>
                <a:srgbClr val="FFFFFF"/>
              </a:solidFill>
              <a:latin typeface="Plus Jakarta Sans SemiBold"/>
              <a:ea typeface="Plus Jakarta Sans SemiBold"/>
              <a:cs typeface="Plus Jakarta Sans SemiBold"/>
              <a:sym typeface="Plus Jakarta Sans SemiBold"/>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 name="Shape 116"/>
        <p:cNvGrpSpPr/>
        <p:nvPr/>
      </p:nvGrpSpPr>
      <p:grpSpPr>
        <a:xfrm>
          <a:off x="0" y="0"/>
          <a:ext cx="0" cy="0"/>
          <a:chOff x="0" y="0"/>
          <a:chExt cx="0" cy="0"/>
        </a:xfrm>
      </p:grpSpPr>
      <p:sp>
        <p:nvSpPr>
          <p:cNvPr id="117" name="Google Shape;117;g346147d5b96_0_20"/>
          <p:cNvSpPr txBox="1"/>
          <p:nvPr/>
        </p:nvSpPr>
        <p:spPr>
          <a:xfrm>
            <a:off x="536653" y="412941"/>
            <a:ext cx="7799700" cy="5850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chemeClr val="dk1"/>
              </a:buClr>
              <a:buSzPts val="3200"/>
              <a:buFont typeface="Arial"/>
              <a:buNone/>
            </a:pPr>
            <a:r>
              <a:rPr b="1" i="0" lang="en" sz="2600" u="none" cap="none" strike="noStrike">
                <a:solidFill>
                  <a:schemeClr val="dk1"/>
                </a:solidFill>
                <a:latin typeface="Plus Jakarta Sans"/>
                <a:ea typeface="Plus Jakarta Sans"/>
                <a:cs typeface="Plus Jakarta Sans"/>
                <a:sym typeface="Plus Jakarta Sans"/>
              </a:rPr>
              <a:t>Project Overview</a:t>
            </a:r>
            <a:endParaRPr b="1" i="0" sz="3800" u="none" cap="none" strike="noStrike">
              <a:solidFill>
                <a:schemeClr val="dk1"/>
              </a:solidFill>
              <a:latin typeface="Plus Jakarta Sans"/>
              <a:ea typeface="Plus Jakarta Sans"/>
              <a:cs typeface="Plus Jakarta Sans"/>
              <a:sym typeface="Plus Jakarta Sans"/>
            </a:endParaRPr>
          </a:p>
        </p:txBody>
      </p:sp>
      <p:sp>
        <p:nvSpPr>
          <p:cNvPr id="118" name="Google Shape;118;g346147d5b96_0_20"/>
          <p:cNvSpPr txBox="1"/>
          <p:nvPr>
            <p:ph idx="4294967295" type="body"/>
          </p:nvPr>
        </p:nvSpPr>
        <p:spPr>
          <a:xfrm>
            <a:off x="766050" y="997952"/>
            <a:ext cx="7620300" cy="3780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900"/>
              </a:spcBef>
              <a:spcAft>
                <a:spcPts val="0"/>
              </a:spcAft>
              <a:buClr>
                <a:schemeClr val="dk1"/>
              </a:buClr>
              <a:buSzPts val="1100"/>
              <a:buFont typeface="Arial"/>
              <a:buNone/>
            </a:pPr>
            <a:r>
              <a:rPr lang="en" sz="1400">
                <a:solidFill>
                  <a:schemeClr val="dk1"/>
                </a:solidFill>
                <a:highlight>
                  <a:srgbClr val="FFFFFF"/>
                </a:highlight>
                <a:latin typeface="Plus Jakarta Sans"/>
                <a:ea typeface="Plus Jakarta Sans"/>
                <a:cs typeface="Plus Jakarta Sans"/>
                <a:sym typeface="Plus Jakarta Sans"/>
              </a:rPr>
              <a:t>Your will create a landing page that resonates with college students, educating them on the global water crisis while empowering them to take action through donations. You will: </a:t>
            </a:r>
            <a:endParaRPr sz="1400">
              <a:solidFill>
                <a:schemeClr val="dk1"/>
              </a:solidFill>
              <a:latin typeface="Plus Jakarta Sans"/>
              <a:ea typeface="Plus Jakarta Sans"/>
              <a:cs typeface="Plus Jakarta Sans"/>
              <a:sym typeface="Plus Jakarta Sans"/>
            </a:endParaRPr>
          </a:p>
          <a:p>
            <a:pPr indent="-317500" lvl="0" marL="457200" rtl="0" algn="l">
              <a:lnSpc>
                <a:spcPct val="115000"/>
              </a:lnSpc>
              <a:spcBef>
                <a:spcPts val="900"/>
              </a:spcBef>
              <a:spcAft>
                <a:spcPts val="0"/>
              </a:spcAft>
              <a:buClr>
                <a:schemeClr val="dk1"/>
              </a:buClr>
              <a:buSzPts val="1400"/>
              <a:buFont typeface="Plus Jakarta Sans"/>
              <a:buAutoNum type="arabicPeriod"/>
            </a:pPr>
            <a:r>
              <a:rPr lang="en" sz="1400">
                <a:solidFill>
                  <a:schemeClr val="dk1"/>
                </a:solidFill>
                <a:latin typeface="Plus Jakarta Sans"/>
                <a:ea typeface="Plus Jakarta Sans"/>
                <a:cs typeface="Plus Jakarta Sans"/>
                <a:sym typeface="Plus Jakarta Sans"/>
              </a:rPr>
              <a:t>Pick a customer persona to focus on. Several options are available  in the campaign brief. Be sure to read through the persona carefully — this is the audience you will be targeting on your landing page! </a:t>
            </a:r>
            <a:endParaRPr sz="1400">
              <a:solidFill>
                <a:schemeClr val="dk1"/>
              </a:solidFill>
              <a:latin typeface="Plus Jakarta Sans"/>
              <a:ea typeface="Plus Jakarta Sans"/>
              <a:cs typeface="Plus Jakarta Sans"/>
              <a:sym typeface="Plus Jakarta Sans"/>
            </a:endParaRPr>
          </a:p>
          <a:p>
            <a:pPr indent="-317500" lvl="0" marL="457200" rtl="0" algn="l">
              <a:lnSpc>
                <a:spcPct val="115000"/>
              </a:lnSpc>
              <a:spcBef>
                <a:spcPts val="500"/>
              </a:spcBef>
              <a:spcAft>
                <a:spcPts val="0"/>
              </a:spcAft>
              <a:buClr>
                <a:schemeClr val="dk1"/>
              </a:buClr>
              <a:buSzPts val="1400"/>
              <a:buFont typeface="Plus Jakarta Sans"/>
              <a:buAutoNum type="arabicPeriod"/>
            </a:pPr>
            <a:r>
              <a:rPr lang="en" sz="1400">
                <a:solidFill>
                  <a:schemeClr val="dk1"/>
                </a:solidFill>
                <a:latin typeface="Plus Jakarta Sans"/>
                <a:ea typeface="Plus Jakarta Sans"/>
                <a:cs typeface="Plus Jakarta Sans"/>
                <a:sym typeface="Plus Jakarta Sans"/>
              </a:rPr>
              <a:t>Write a value proposition and compelling copy for your landing page. </a:t>
            </a:r>
            <a:endParaRPr sz="1400">
              <a:solidFill>
                <a:schemeClr val="dk1"/>
              </a:solidFill>
              <a:latin typeface="Plus Jakarta Sans"/>
              <a:ea typeface="Plus Jakarta Sans"/>
              <a:cs typeface="Plus Jakarta Sans"/>
              <a:sym typeface="Plus Jakarta Sans"/>
            </a:endParaRPr>
          </a:p>
          <a:p>
            <a:pPr indent="-317500" lvl="0" marL="457200" rtl="0" algn="l">
              <a:lnSpc>
                <a:spcPct val="115000"/>
              </a:lnSpc>
              <a:spcBef>
                <a:spcPts val="500"/>
              </a:spcBef>
              <a:spcAft>
                <a:spcPts val="0"/>
              </a:spcAft>
              <a:buClr>
                <a:schemeClr val="dk1"/>
              </a:buClr>
              <a:buSzPts val="1400"/>
              <a:buFont typeface="Plus Jakarta Sans"/>
              <a:buAutoNum type="arabicPeriod"/>
            </a:pPr>
            <a:r>
              <a:rPr lang="en" sz="1400">
                <a:solidFill>
                  <a:schemeClr val="dk1"/>
                </a:solidFill>
                <a:latin typeface="Plus Jakarta Sans"/>
                <a:ea typeface="Plus Jakarta Sans"/>
                <a:cs typeface="Plus Jakarta Sans"/>
                <a:sym typeface="Plus Jakarta Sans"/>
              </a:rPr>
              <a:t>Choose a brand palette &amp; typography that are appealing and on-brand.</a:t>
            </a:r>
            <a:endParaRPr sz="1400">
              <a:solidFill>
                <a:schemeClr val="dk1"/>
              </a:solidFill>
              <a:latin typeface="Plus Jakarta Sans"/>
              <a:ea typeface="Plus Jakarta Sans"/>
              <a:cs typeface="Plus Jakarta Sans"/>
              <a:sym typeface="Plus Jakarta Sans"/>
            </a:endParaRPr>
          </a:p>
          <a:p>
            <a:pPr indent="-317500" lvl="0" marL="457200" rtl="0" algn="l">
              <a:lnSpc>
                <a:spcPct val="115000"/>
              </a:lnSpc>
              <a:spcBef>
                <a:spcPts val="500"/>
              </a:spcBef>
              <a:spcAft>
                <a:spcPts val="0"/>
              </a:spcAft>
              <a:buClr>
                <a:schemeClr val="dk1"/>
              </a:buClr>
              <a:buSzPts val="1400"/>
              <a:buFont typeface="Plus Jakarta Sans"/>
              <a:buAutoNum type="arabicPeriod"/>
            </a:pPr>
            <a:r>
              <a:rPr lang="en" sz="1400">
                <a:solidFill>
                  <a:schemeClr val="dk1"/>
                </a:solidFill>
                <a:latin typeface="Plus Jakarta Sans"/>
                <a:ea typeface="Plus Jakarta Sans"/>
                <a:cs typeface="Plus Jakarta Sans"/>
                <a:sym typeface="Plus Jakarta Sans"/>
              </a:rPr>
              <a:t>Identify a lifestyle photo for the homepage that resonates with your persona.</a:t>
            </a:r>
            <a:endParaRPr sz="1400">
              <a:solidFill>
                <a:schemeClr val="dk1"/>
              </a:solidFill>
              <a:latin typeface="Plus Jakarta Sans"/>
              <a:ea typeface="Plus Jakarta Sans"/>
              <a:cs typeface="Plus Jakarta Sans"/>
              <a:sym typeface="Plus Jakarta Sans"/>
            </a:endParaRPr>
          </a:p>
          <a:p>
            <a:pPr indent="-317500" lvl="0" marL="457200" rtl="0" algn="l">
              <a:lnSpc>
                <a:spcPct val="115000"/>
              </a:lnSpc>
              <a:spcBef>
                <a:spcPts val="500"/>
              </a:spcBef>
              <a:spcAft>
                <a:spcPts val="0"/>
              </a:spcAft>
              <a:buClr>
                <a:schemeClr val="dk1"/>
              </a:buClr>
              <a:buSzPts val="1400"/>
              <a:buFont typeface="Plus Jakarta Sans"/>
              <a:buAutoNum type="arabicPeriod"/>
            </a:pPr>
            <a:r>
              <a:rPr lang="en" sz="1400">
                <a:solidFill>
                  <a:schemeClr val="dk1"/>
                </a:solidFill>
                <a:latin typeface="Plus Jakarta Sans"/>
                <a:ea typeface="Plus Jakarta Sans"/>
                <a:cs typeface="Plus Jakarta Sans"/>
                <a:sym typeface="Plus Jakarta Sans"/>
              </a:rPr>
              <a:t>LevelUp (extra credit): Generate additional lifestyle photos using AI. </a:t>
            </a:r>
            <a:endParaRPr sz="1400">
              <a:solidFill>
                <a:schemeClr val="dk1"/>
              </a:solidFill>
              <a:latin typeface="Plus Jakarta Sans"/>
              <a:ea typeface="Plus Jakarta Sans"/>
              <a:cs typeface="Plus Jakarta Sans"/>
              <a:sym typeface="Plus Jakarta Sans"/>
            </a:endParaRPr>
          </a:p>
          <a:p>
            <a:pPr indent="-317500" lvl="0" marL="457200" rtl="0" algn="l">
              <a:lnSpc>
                <a:spcPct val="115000"/>
              </a:lnSpc>
              <a:spcBef>
                <a:spcPts val="500"/>
              </a:spcBef>
              <a:spcAft>
                <a:spcPts val="0"/>
              </a:spcAft>
              <a:buClr>
                <a:schemeClr val="dk1"/>
              </a:buClr>
              <a:buSzPts val="1400"/>
              <a:buFont typeface="Plus Jakarta Sans"/>
              <a:buAutoNum type="arabicPeriod"/>
            </a:pPr>
            <a:r>
              <a:rPr lang="en" sz="1400">
                <a:solidFill>
                  <a:schemeClr val="dk1"/>
                </a:solidFill>
                <a:latin typeface="Plus Jakarta Sans"/>
                <a:ea typeface="Plus Jakarta Sans"/>
                <a:cs typeface="Plus Jakarta Sans"/>
                <a:sym typeface="Plus Jakarta Sans"/>
              </a:rPr>
              <a:t>Design the landing page in</a:t>
            </a:r>
            <a:r>
              <a:rPr lang="en" sz="1400">
                <a:solidFill>
                  <a:schemeClr val="dk1"/>
                </a:solidFill>
                <a:uFill>
                  <a:noFill/>
                </a:uFill>
                <a:latin typeface="Plus Jakarta Sans"/>
                <a:ea typeface="Plus Jakarta Sans"/>
                <a:cs typeface="Plus Jakarta Sans"/>
                <a:sym typeface="Plus Jakarta Sans"/>
                <a:hlinkClick r:id="rId3">
                  <a:extLst>
                    <a:ext uri="{A12FA001-AC4F-418D-AE19-62706E023703}">
                      <ahyp:hlinkClr val="tx"/>
                    </a:ext>
                  </a:extLst>
                </a:hlinkClick>
              </a:rPr>
              <a:t> </a:t>
            </a:r>
            <a:r>
              <a:rPr lang="en" sz="1400" u="sng">
                <a:solidFill>
                  <a:schemeClr val="hlink"/>
                </a:solidFill>
                <a:latin typeface="Plus Jakarta Sans"/>
                <a:ea typeface="Plus Jakarta Sans"/>
                <a:cs typeface="Plus Jakarta Sans"/>
                <a:sym typeface="Plus Jakarta Sans"/>
                <a:hlinkClick r:id="rId4"/>
              </a:rPr>
              <a:t>Canva</a:t>
            </a:r>
            <a:r>
              <a:rPr lang="en" sz="1400">
                <a:solidFill>
                  <a:schemeClr val="dk1"/>
                </a:solidFill>
                <a:latin typeface="Plus Jakarta Sans"/>
                <a:ea typeface="Plus Jakarta Sans"/>
                <a:cs typeface="Plus Jakarta Sans"/>
                <a:sym typeface="Plus Jakarta Sans"/>
              </a:rPr>
              <a:t> (free version), integrating all the elements into a cohesive, engaging landing page that drives visitors to donate.</a:t>
            </a:r>
            <a:endParaRPr sz="1400">
              <a:solidFill>
                <a:schemeClr val="dk1"/>
              </a:solidFill>
              <a:latin typeface="Plus Jakarta Sans"/>
              <a:ea typeface="Plus Jakarta Sans"/>
              <a:cs typeface="Plus Jakarta Sans"/>
              <a:sym typeface="Plus Jakarta Sans"/>
            </a:endParaRPr>
          </a:p>
          <a:p>
            <a:pPr indent="-317500" lvl="0" marL="457200" rtl="0" algn="l">
              <a:lnSpc>
                <a:spcPct val="115000"/>
              </a:lnSpc>
              <a:spcBef>
                <a:spcPts val="500"/>
              </a:spcBef>
              <a:spcAft>
                <a:spcPts val="0"/>
              </a:spcAft>
              <a:buClr>
                <a:schemeClr val="dk1"/>
              </a:buClr>
              <a:buSzPts val="1400"/>
              <a:buFont typeface="Plus Jakarta Sans"/>
              <a:buAutoNum type="arabicPeriod"/>
            </a:pPr>
            <a:r>
              <a:rPr lang="en" sz="1400">
                <a:solidFill>
                  <a:schemeClr val="dk1"/>
                </a:solidFill>
                <a:latin typeface="Plus Jakarta Sans"/>
                <a:ea typeface="Plus Jakarta Sans"/>
                <a:cs typeface="Plus Jakarta Sans"/>
                <a:sym typeface="Plus Jakarta Sans"/>
              </a:rPr>
              <a:t>LevelUp (extra credit): Write an email delivering the project to the client. </a:t>
            </a:r>
            <a:endParaRPr sz="1400">
              <a:solidFill>
                <a:schemeClr val="dk1"/>
              </a:solidFill>
              <a:latin typeface="Plus Jakarta Sans"/>
              <a:ea typeface="Plus Jakarta Sans"/>
              <a:cs typeface="Plus Jakarta Sans"/>
              <a:sym typeface="Plus Jakarta Sans"/>
            </a:endParaRPr>
          </a:p>
          <a:p>
            <a:pPr indent="0" lvl="0" marL="0" rtl="0" algn="l">
              <a:lnSpc>
                <a:spcPct val="115000"/>
              </a:lnSpc>
              <a:spcBef>
                <a:spcPts val="1200"/>
              </a:spcBef>
              <a:spcAft>
                <a:spcPts val="0"/>
              </a:spcAft>
              <a:buSzPts val="1800"/>
              <a:buNone/>
            </a:pPr>
            <a:r>
              <a:rPr lang="en" sz="1400">
                <a:solidFill>
                  <a:schemeClr val="dk1"/>
                </a:solidFill>
                <a:latin typeface="Plus Jakarta Sans"/>
                <a:ea typeface="Plus Jakarta Sans"/>
                <a:cs typeface="Plus Jakarta Sans"/>
                <a:sym typeface="Plus Jakarta Sans"/>
              </a:rPr>
              <a:t>	</a:t>
            </a:r>
            <a:endParaRPr sz="1400">
              <a:solidFill>
                <a:schemeClr val="dk1"/>
              </a:solidFill>
              <a:latin typeface="Plus Jakarta Sans"/>
              <a:ea typeface="Plus Jakarta Sans"/>
              <a:cs typeface="Plus Jakarta Sans"/>
              <a:sym typeface="Plus Jakarta Sans"/>
            </a:endParaRPr>
          </a:p>
          <a:p>
            <a:pPr indent="0" lvl="0" marL="0" rtl="0" algn="l">
              <a:lnSpc>
                <a:spcPct val="115000"/>
              </a:lnSpc>
              <a:spcBef>
                <a:spcPts val="1200"/>
              </a:spcBef>
              <a:spcAft>
                <a:spcPts val="1200"/>
              </a:spcAft>
              <a:buSzPts val="1800"/>
              <a:buNone/>
            </a:pPr>
            <a:r>
              <a:t/>
            </a:r>
            <a:endParaRPr sz="1400">
              <a:solidFill>
                <a:schemeClr val="dk1"/>
              </a:solidFill>
              <a:latin typeface="Plus Jakarta Sans"/>
              <a:ea typeface="Plus Jakarta Sans"/>
              <a:cs typeface="Plus Jakarta Sans"/>
              <a:sym typeface="Plus Jakarta Sans"/>
            </a:endParaRPr>
          </a:p>
        </p:txBody>
      </p:sp>
      <p:sp>
        <p:nvSpPr>
          <p:cNvPr id="119" name="Google Shape;119;g346147d5b96_0_20"/>
          <p:cNvSpPr/>
          <p:nvPr/>
        </p:nvSpPr>
        <p:spPr>
          <a:xfrm>
            <a:off x="-8375" y="-25"/>
            <a:ext cx="9152400" cy="245100"/>
          </a:xfrm>
          <a:prstGeom prst="rect">
            <a:avLst/>
          </a:prstGeom>
          <a:solidFill>
            <a:srgbClr val="D8453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200"/>
              <a:buFont typeface="Arial"/>
              <a:buNone/>
            </a:pPr>
            <a:r>
              <a:rPr b="0" i="0" lang="en" sz="1200" u="none" cap="none" strike="noStrike">
                <a:solidFill>
                  <a:srgbClr val="FFFFFF"/>
                </a:solidFill>
                <a:latin typeface="Plus Jakarta Sans SemiBold"/>
                <a:ea typeface="Plus Jakarta Sans SemiBold"/>
                <a:cs typeface="Plus Jakarta Sans SemiBold"/>
                <a:sym typeface="Plus Jakarta Sans SemiBold"/>
              </a:rPr>
              <a:t>Delete this slide before submitting your presentation.</a:t>
            </a:r>
            <a:endParaRPr b="0" i="0" sz="1200" u="none" cap="none" strike="noStrike">
              <a:solidFill>
                <a:srgbClr val="FFFFFF"/>
              </a:solidFill>
              <a:latin typeface="Plus Jakarta Sans SemiBold"/>
              <a:ea typeface="Plus Jakarta Sans SemiBold"/>
              <a:cs typeface="Plus Jakarta Sans SemiBold"/>
              <a:sym typeface="Plus Jakarta Sans SemiBold"/>
            </a:endParaRPr>
          </a:p>
        </p:txBody>
      </p:sp>
      <p:sp>
        <p:nvSpPr>
          <p:cNvPr id="120" name="Google Shape;120;g346147d5b96_0_20"/>
          <p:cNvSpPr/>
          <p:nvPr/>
        </p:nvSpPr>
        <p:spPr>
          <a:xfrm>
            <a:off x="0" y="5039700"/>
            <a:ext cx="9152400" cy="103800"/>
          </a:xfrm>
          <a:prstGeom prst="rect">
            <a:avLst/>
          </a:prstGeom>
          <a:solidFill>
            <a:srgbClr val="FECE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 name="Shape 124"/>
        <p:cNvGrpSpPr/>
        <p:nvPr/>
      </p:nvGrpSpPr>
      <p:grpSpPr>
        <a:xfrm>
          <a:off x="0" y="0"/>
          <a:ext cx="0" cy="0"/>
          <a:chOff x="0" y="0"/>
          <a:chExt cx="0" cy="0"/>
        </a:xfrm>
      </p:grpSpPr>
      <p:pic>
        <p:nvPicPr>
          <p:cNvPr descr="Image of a man in white clothes in the sun holding metal water glass, sitting on building steps outside." id="125" name="Google Shape;125;p2" title="Man with water cup"/>
          <p:cNvPicPr preferRelativeResize="0"/>
          <p:nvPr/>
        </p:nvPicPr>
        <p:blipFill rotWithShape="1">
          <a:blip r:embed="rId3">
            <a:alphaModFix/>
          </a:blip>
          <a:srcRect b="0" l="0" r="0" t="0"/>
          <a:stretch/>
        </p:blipFill>
        <p:spPr>
          <a:xfrm>
            <a:off x="365714" y="18"/>
            <a:ext cx="8778296" cy="5143500"/>
          </a:xfrm>
          <a:prstGeom prst="rect">
            <a:avLst/>
          </a:prstGeom>
          <a:noFill/>
          <a:ln>
            <a:noFill/>
          </a:ln>
        </p:spPr>
      </p:pic>
      <p:sp>
        <p:nvSpPr>
          <p:cNvPr id="126" name="Google Shape;126;p2"/>
          <p:cNvSpPr txBox="1"/>
          <p:nvPr/>
        </p:nvSpPr>
        <p:spPr>
          <a:xfrm>
            <a:off x="547925" y="574750"/>
            <a:ext cx="7101000" cy="16008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chemeClr val="dk1"/>
              </a:buClr>
              <a:buSzPts val="3200"/>
              <a:buFont typeface="Arial"/>
              <a:buNone/>
            </a:pPr>
            <a:r>
              <a:rPr b="1" i="0" lang="en" sz="3200" u="none" cap="none" strike="noStrike">
                <a:solidFill>
                  <a:schemeClr val="dk1"/>
                </a:solidFill>
                <a:latin typeface="Plus Jakarta Sans"/>
                <a:ea typeface="Plus Jakarta Sans"/>
                <a:cs typeface="Plus Jakarta Sans"/>
                <a:sym typeface="Plus Jakarta Sans"/>
              </a:rPr>
              <a:t>Activating the Next Generation of </a:t>
            </a:r>
            <a:br>
              <a:rPr b="1" i="0" lang="en" sz="3200" u="none" cap="none" strike="noStrike">
                <a:solidFill>
                  <a:schemeClr val="dk1"/>
                </a:solidFill>
                <a:latin typeface="Plus Jakarta Sans"/>
                <a:ea typeface="Plus Jakarta Sans"/>
                <a:cs typeface="Plus Jakarta Sans"/>
                <a:sym typeface="Plus Jakarta Sans"/>
              </a:rPr>
            </a:br>
            <a:r>
              <a:rPr b="1" i="0" lang="en" sz="3200" u="none" cap="none" strike="noStrike">
                <a:solidFill>
                  <a:schemeClr val="dk1"/>
                </a:solidFill>
                <a:latin typeface="Plus Jakarta Sans"/>
                <a:ea typeface="Plus Jakarta Sans"/>
                <a:cs typeface="Plus Jakarta Sans"/>
                <a:sym typeface="Plus Jakarta Sans"/>
              </a:rPr>
              <a:t>charity: water Supporters</a:t>
            </a:r>
            <a:endParaRPr b="1" i="0" sz="3200" u="none" cap="none" strike="noStrike">
              <a:solidFill>
                <a:srgbClr val="FFD966"/>
              </a:solidFill>
              <a:latin typeface="Plus Jakarta Sans"/>
              <a:ea typeface="Plus Jakarta Sans"/>
              <a:cs typeface="Plus Jakarta Sans"/>
              <a:sym typeface="Plus Jakarta Sans"/>
            </a:endParaRPr>
          </a:p>
          <a:p>
            <a:pPr indent="0" lvl="0" marL="0" marR="0" rtl="0" algn="l">
              <a:lnSpc>
                <a:spcPct val="100000"/>
              </a:lnSpc>
              <a:spcBef>
                <a:spcPts val="0"/>
              </a:spcBef>
              <a:spcAft>
                <a:spcPts val="0"/>
              </a:spcAft>
              <a:buClr>
                <a:srgbClr val="000000"/>
              </a:buClr>
              <a:buSzPts val="2800"/>
              <a:buFont typeface="Arial"/>
              <a:buNone/>
            </a:pPr>
            <a:r>
              <a:t/>
            </a:r>
            <a:endParaRPr b="1" i="0" sz="2800" u="none" cap="none" strike="noStrike">
              <a:solidFill>
                <a:schemeClr val="dk1"/>
              </a:solidFill>
              <a:latin typeface="Georgia"/>
              <a:ea typeface="Georgia"/>
              <a:cs typeface="Georgia"/>
              <a:sym typeface="Georgia"/>
            </a:endParaRPr>
          </a:p>
        </p:txBody>
      </p:sp>
      <p:pic>
        <p:nvPicPr>
          <p:cNvPr descr="charity: water logo" id="127" name="Google Shape;127;p2"/>
          <p:cNvPicPr preferRelativeResize="0"/>
          <p:nvPr/>
        </p:nvPicPr>
        <p:blipFill rotWithShape="1">
          <a:blip r:embed="rId4">
            <a:alphaModFix/>
          </a:blip>
          <a:srcRect b="0" l="0" r="0" t="0"/>
          <a:stretch/>
        </p:blipFill>
        <p:spPr>
          <a:xfrm>
            <a:off x="118337" y="204381"/>
            <a:ext cx="121025" cy="170300"/>
          </a:xfrm>
          <a:prstGeom prst="rect">
            <a:avLst/>
          </a:prstGeom>
          <a:noFill/>
          <a:ln>
            <a:noFill/>
          </a:ln>
        </p:spPr>
      </p:pic>
      <p:sp>
        <p:nvSpPr>
          <p:cNvPr id="128" name="Google Shape;128;p2"/>
          <p:cNvSpPr txBox="1"/>
          <p:nvPr/>
        </p:nvSpPr>
        <p:spPr>
          <a:xfrm rot="-5400000">
            <a:off x="-306000" y="2417800"/>
            <a:ext cx="919800" cy="3078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800"/>
              <a:buFont typeface="Arial"/>
              <a:buNone/>
            </a:pPr>
            <a:r>
              <a:rPr b="0" i="0" lang="en" sz="800" u="none" cap="none" strike="noStrike">
                <a:solidFill>
                  <a:srgbClr val="000000"/>
                </a:solidFill>
                <a:latin typeface="Plus Jakarta Sans"/>
                <a:ea typeface="Plus Jakarta Sans"/>
                <a:cs typeface="Plus Jakarta Sans"/>
                <a:sym typeface="Plus Jakarta Sans"/>
              </a:rPr>
              <a:t>charity: water</a:t>
            </a:r>
            <a:endParaRPr b="0" i="0" sz="800" u="none" cap="none" strike="noStrike">
              <a:solidFill>
                <a:srgbClr val="000000"/>
              </a:solidFill>
              <a:latin typeface="Plus Jakarta Sans"/>
              <a:ea typeface="Plus Jakarta Sans"/>
              <a:cs typeface="Plus Jakarta Sans"/>
              <a:sym typeface="Plus Jakarta Sans"/>
            </a:endParaRPr>
          </a:p>
        </p:txBody>
      </p:sp>
      <p:sp>
        <p:nvSpPr>
          <p:cNvPr id="129" name="Google Shape;129;p2"/>
          <p:cNvSpPr txBox="1"/>
          <p:nvPr/>
        </p:nvSpPr>
        <p:spPr>
          <a:xfrm>
            <a:off x="649275" y="2230175"/>
            <a:ext cx="3000000" cy="615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chemeClr val="dk1"/>
                </a:solidFill>
                <a:latin typeface="Plus Jakarta Sans"/>
                <a:ea typeface="Plus Jakarta Sans"/>
                <a:cs typeface="Plus Jakarta Sans"/>
                <a:sym typeface="Plus Jakarta Sans"/>
              </a:rPr>
              <a:t>[First &amp; Last Name]</a:t>
            </a:r>
            <a:endParaRPr b="0" i="0" sz="1400" u="none" cap="none" strike="noStrike">
              <a:solidFill>
                <a:schemeClr val="dk1"/>
              </a:solidFill>
              <a:latin typeface="Plus Jakarta Sans"/>
              <a:ea typeface="Plus Jakarta Sans"/>
              <a:cs typeface="Plus Jakarta Sans"/>
              <a:sym typeface="Plus Jakarta Sans"/>
            </a:endParaRPr>
          </a:p>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chemeClr val="dk1"/>
                </a:solidFill>
                <a:latin typeface="Plus Jakarta Sans"/>
                <a:ea typeface="Plus Jakarta Sans"/>
                <a:cs typeface="Plus Jakarta Sans"/>
                <a:sym typeface="Plus Jakarta Sans"/>
              </a:rPr>
              <a:t>[Date]</a:t>
            </a:r>
            <a:endParaRPr b="0" i="0" sz="1400" u="none" cap="none" strike="noStrike">
              <a:solidFill>
                <a:schemeClr val="dk1"/>
              </a:solidFill>
              <a:latin typeface="Plus Jakarta Sans"/>
              <a:ea typeface="Plus Jakarta Sans"/>
              <a:cs typeface="Plus Jakarta Sans"/>
              <a:sym typeface="Plus Jakarta Sans"/>
            </a:endParaRPr>
          </a:p>
        </p:txBody>
      </p:sp>
      <p:sp>
        <p:nvSpPr>
          <p:cNvPr id="130" name="Google Shape;130;p2"/>
          <p:cNvSpPr/>
          <p:nvPr/>
        </p:nvSpPr>
        <p:spPr>
          <a:xfrm>
            <a:off x="0" y="5039700"/>
            <a:ext cx="9152400" cy="103800"/>
          </a:xfrm>
          <a:prstGeom prst="rect">
            <a:avLst/>
          </a:prstGeom>
          <a:solidFill>
            <a:srgbClr val="FECE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4" name="Shape 134"/>
        <p:cNvGrpSpPr/>
        <p:nvPr/>
      </p:nvGrpSpPr>
      <p:grpSpPr>
        <a:xfrm>
          <a:off x="0" y="0"/>
          <a:ext cx="0" cy="0"/>
          <a:chOff x="0" y="0"/>
          <a:chExt cx="0" cy="0"/>
        </a:xfrm>
      </p:grpSpPr>
      <p:pic>
        <p:nvPicPr>
          <p:cNvPr descr="charity: water logo" id="135" name="Google Shape;135;g346147d5b96_0_56"/>
          <p:cNvPicPr preferRelativeResize="0"/>
          <p:nvPr/>
        </p:nvPicPr>
        <p:blipFill rotWithShape="1">
          <a:blip r:embed="rId3">
            <a:alphaModFix/>
          </a:blip>
          <a:srcRect b="0" l="0" r="0" t="0"/>
          <a:stretch/>
        </p:blipFill>
        <p:spPr>
          <a:xfrm>
            <a:off x="118337" y="204381"/>
            <a:ext cx="121025" cy="170300"/>
          </a:xfrm>
          <a:prstGeom prst="rect">
            <a:avLst/>
          </a:prstGeom>
          <a:noFill/>
          <a:ln>
            <a:noFill/>
          </a:ln>
        </p:spPr>
      </p:pic>
      <p:sp>
        <p:nvSpPr>
          <p:cNvPr descr="charity: water logo" id="136" name="Google Shape;136;g346147d5b96_0_56"/>
          <p:cNvSpPr txBox="1"/>
          <p:nvPr/>
        </p:nvSpPr>
        <p:spPr>
          <a:xfrm rot="-5400000">
            <a:off x="-306000" y="2417800"/>
            <a:ext cx="919800" cy="3078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800"/>
              <a:buFont typeface="Arial"/>
              <a:buNone/>
            </a:pPr>
            <a:r>
              <a:rPr b="0" i="0" lang="en" sz="800" u="none" cap="none" strike="noStrike">
                <a:solidFill>
                  <a:srgbClr val="000000"/>
                </a:solidFill>
                <a:latin typeface="Plus Jakarta Sans"/>
                <a:ea typeface="Plus Jakarta Sans"/>
                <a:cs typeface="Plus Jakarta Sans"/>
                <a:sym typeface="Plus Jakarta Sans"/>
              </a:rPr>
              <a:t>charity: water</a:t>
            </a:r>
            <a:endParaRPr b="0" i="0" sz="800" u="none" cap="none" strike="noStrike">
              <a:solidFill>
                <a:srgbClr val="000000"/>
              </a:solidFill>
              <a:latin typeface="Plus Jakarta Sans"/>
              <a:ea typeface="Plus Jakarta Sans"/>
              <a:cs typeface="Plus Jakarta Sans"/>
              <a:sym typeface="Plus Jakarta Sans"/>
            </a:endParaRPr>
          </a:p>
        </p:txBody>
      </p:sp>
      <p:sp>
        <p:nvSpPr>
          <p:cNvPr id="137" name="Google Shape;137;g346147d5b96_0_56"/>
          <p:cNvSpPr txBox="1"/>
          <p:nvPr/>
        </p:nvSpPr>
        <p:spPr>
          <a:xfrm>
            <a:off x="536653" y="521941"/>
            <a:ext cx="7799700" cy="5850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chemeClr val="dk1"/>
              </a:buClr>
              <a:buSzPts val="3556"/>
              <a:buFont typeface="Arial"/>
              <a:buNone/>
            </a:pPr>
            <a:r>
              <a:rPr b="1" i="0" lang="en" sz="2600" u="none" cap="none" strike="noStrike">
                <a:solidFill>
                  <a:schemeClr val="dk1"/>
                </a:solidFill>
                <a:latin typeface="Plus Jakarta Sans"/>
                <a:ea typeface="Plus Jakarta Sans"/>
                <a:cs typeface="Plus Jakarta Sans"/>
                <a:sym typeface="Plus Jakarta Sans"/>
              </a:rPr>
              <a:t>Write Your Value Proposition</a:t>
            </a:r>
            <a:endParaRPr b="1" i="0" sz="2600" u="none" cap="none" strike="noStrike">
              <a:solidFill>
                <a:schemeClr val="dk1"/>
              </a:solidFill>
              <a:latin typeface="Plus Jakarta Sans"/>
              <a:ea typeface="Plus Jakarta Sans"/>
              <a:cs typeface="Plus Jakarta Sans"/>
              <a:sym typeface="Plus Jakarta Sans"/>
            </a:endParaRPr>
          </a:p>
        </p:txBody>
      </p:sp>
      <p:sp>
        <p:nvSpPr>
          <p:cNvPr id="138" name="Google Shape;138;g346147d5b96_0_56"/>
          <p:cNvSpPr txBox="1"/>
          <p:nvPr>
            <p:ph idx="4294967295" type="body"/>
          </p:nvPr>
        </p:nvSpPr>
        <p:spPr>
          <a:xfrm>
            <a:off x="766050" y="1294150"/>
            <a:ext cx="7620300" cy="2716800"/>
          </a:xfrm>
          <a:prstGeom prst="rect">
            <a:avLst/>
          </a:prstGeom>
          <a:noFill/>
          <a:ln>
            <a:noFill/>
          </a:ln>
        </p:spPr>
        <p:txBody>
          <a:bodyPr anchorCtr="0" anchor="t" bIns="91425" lIns="91425" spcFirstLastPara="1" rIns="91425" wrap="square" tIns="91425">
            <a:noAutofit/>
          </a:bodyPr>
          <a:lstStyle/>
          <a:p>
            <a:pPr indent="-342900" lvl="0" marL="457200" rtl="0" algn="l">
              <a:lnSpc>
                <a:spcPct val="115000"/>
              </a:lnSpc>
              <a:spcBef>
                <a:spcPts val="0"/>
              </a:spcBef>
              <a:spcAft>
                <a:spcPts val="0"/>
              </a:spcAft>
              <a:buClr>
                <a:srgbClr val="5E696C"/>
              </a:buClr>
              <a:buSzPts val="1800"/>
              <a:buFont typeface="Domine"/>
              <a:buChar char="●"/>
            </a:pPr>
            <a:r>
              <a:rPr b="1" lang="en">
                <a:solidFill>
                  <a:schemeClr val="dk1"/>
                </a:solidFill>
                <a:latin typeface="Plus Jakarta Sans"/>
                <a:ea typeface="Plus Jakarta Sans"/>
                <a:cs typeface="Plus Jakarta Sans"/>
                <a:sym typeface="Plus Jakarta Sans"/>
              </a:rPr>
              <a:t>Customer Persona:</a:t>
            </a:r>
            <a:r>
              <a:rPr b="1" lang="en">
                <a:solidFill>
                  <a:srgbClr val="0CB0F1"/>
                </a:solidFill>
                <a:latin typeface="Plus Jakarta Sans"/>
                <a:ea typeface="Plus Jakarta Sans"/>
                <a:cs typeface="Plus Jakarta Sans"/>
                <a:sym typeface="Plus Jakarta Sans"/>
              </a:rPr>
              <a:t> </a:t>
            </a:r>
            <a:r>
              <a:rPr lang="en">
                <a:solidFill>
                  <a:srgbClr val="5E696C"/>
                </a:solidFill>
                <a:latin typeface="Plus Jakarta Sans"/>
                <a:ea typeface="Plus Jakarta Sans"/>
                <a:cs typeface="Plus Jakarta Sans"/>
                <a:sym typeface="Plus Jakarta Sans"/>
              </a:rPr>
              <a:t>[Type customer persona name here.]</a:t>
            </a:r>
            <a:endParaRPr>
              <a:solidFill>
                <a:srgbClr val="5E696C"/>
              </a:solidFill>
              <a:latin typeface="Plus Jakarta Sans"/>
              <a:ea typeface="Plus Jakarta Sans"/>
              <a:cs typeface="Plus Jakarta Sans"/>
              <a:sym typeface="Plus Jakarta Sans"/>
            </a:endParaRPr>
          </a:p>
          <a:p>
            <a:pPr indent="0" lvl="0" marL="457200" rtl="0" algn="l">
              <a:lnSpc>
                <a:spcPct val="115000"/>
              </a:lnSpc>
              <a:spcBef>
                <a:spcPts val="0"/>
              </a:spcBef>
              <a:spcAft>
                <a:spcPts val="0"/>
              </a:spcAft>
              <a:buSzPts val="1800"/>
              <a:buNone/>
            </a:pPr>
            <a:r>
              <a:t/>
            </a:r>
            <a:endParaRPr b="1">
              <a:solidFill>
                <a:schemeClr val="dk1"/>
              </a:solidFill>
              <a:latin typeface="Plus Jakarta Sans"/>
              <a:ea typeface="Plus Jakarta Sans"/>
              <a:cs typeface="Plus Jakarta Sans"/>
              <a:sym typeface="Plus Jakarta Sans"/>
            </a:endParaRPr>
          </a:p>
          <a:p>
            <a:pPr indent="-342900" lvl="0" marL="457200" rtl="0" algn="l">
              <a:lnSpc>
                <a:spcPct val="115000"/>
              </a:lnSpc>
              <a:spcBef>
                <a:spcPts val="0"/>
              </a:spcBef>
              <a:spcAft>
                <a:spcPts val="0"/>
              </a:spcAft>
              <a:buClr>
                <a:srgbClr val="5E696C"/>
              </a:buClr>
              <a:buSzPts val="1800"/>
              <a:buFont typeface="Domine"/>
              <a:buChar char="●"/>
            </a:pPr>
            <a:r>
              <a:rPr b="1" lang="en">
                <a:solidFill>
                  <a:schemeClr val="dk1"/>
                </a:solidFill>
                <a:latin typeface="Plus Jakarta Sans"/>
                <a:ea typeface="Plus Jakarta Sans"/>
                <a:cs typeface="Plus Jakarta Sans"/>
                <a:sym typeface="Plus Jakarta Sans"/>
              </a:rPr>
              <a:t>Value Proposition:</a:t>
            </a:r>
            <a:r>
              <a:rPr b="1" lang="en">
                <a:solidFill>
                  <a:srgbClr val="1C4587"/>
                </a:solidFill>
                <a:latin typeface="Plus Jakarta Sans"/>
                <a:ea typeface="Plus Jakarta Sans"/>
                <a:cs typeface="Plus Jakarta Sans"/>
                <a:sym typeface="Plus Jakarta Sans"/>
              </a:rPr>
              <a:t> </a:t>
            </a:r>
            <a:r>
              <a:rPr lang="en">
                <a:solidFill>
                  <a:srgbClr val="5E696C"/>
                </a:solidFill>
                <a:latin typeface="Plus Jakarta Sans"/>
                <a:ea typeface="Plus Jakarta Sans"/>
                <a:cs typeface="Plus Jakarta Sans"/>
                <a:sym typeface="Plus Jakarta Sans"/>
              </a:rPr>
              <a:t>[Write your 2-3 sentence value proposition here. Make sure to include what your customer needs and/or cares about  and what you (charity: water) do really well </a:t>
            </a:r>
            <a:r>
              <a:rPr i="1" lang="en">
                <a:solidFill>
                  <a:srgbClr val="5E696C"/>
                </a:solidFill>
                <a:latin typeface="Plus Jakarta Sans"/>
                <a:ea typeface="Plus Jakarta Sans"/>
                <a:cs typeface="Plus Jakarta Sans"/>
                <a:sym typeface="Plus Jakarta Sans"/>
              </a:rPr>
              <a:t>(how charity: water’s cause is unique and different from other non-profit organizations).</a:t>
            </a:r>
            <a:r>
              <a:rPr lang="en">
                <a:solidFill>
                  <a:srgbClr val="5E696C"/>
                </a:solidFill>
                <a:latin typeface="Plus Jakarta Sans"/>
                <a:ea typeface="Plus Jakarta Sans"/>
                <a:cs typeface="Plus Jakarta Sans"/>
                <a:sym typeface="Plus Jakarta Sans"/>
              </a:rPr>
              <a:t> Don’t forget to think of your target customer and their wants and needs.] </a:t>
            </a:r>
            <a:endParaRPr>
              <a:solidFill>
                <a:srgbClr val="F55E61"/>
              </a:solidFill>
              <a:latin typeface="Plus Jakarta Sans"/>
              <a:ea typeface="Plus Jakarta Sans"/>
              <a:cs typeface="Plus Jakarta Sans"/>
              <a:sym typeface="Plus Jakarta Sans"/>
            </a:endParaRPr>
          </a:p>
          <a:p>
            <a:pPr indent="0" lvl="0" marL="0" rtl="0" algn="l">
              <a:lnSpc>
                <a:spcPct val="115000"/>
              </a:lnSpc>
              <a:spcBef>
                <a:spcPts val="1200"/>
              </a:spcBef>
              <a:spcAft>
                <a:spcPts val="1200"/>
              </a:spcAft>
              <a:buSzPts val="1800"/>
              <a:buNone/>
            </a:pPr>
            <a:r>
              <a:t/>
            </a:r>
            <a:endParaRPr b="1" sz="1200">
              <a:solidFill>
                <a:schemeClr val="dk1"/>
              </a:solidFill>
              <a:latin typeface="Plus Jakarta Sans"/>
              <a:ea typeface="Plus Jakarta Sans"/>
              <a:cs typeface="Plus Jakarta Sans"/>
              <a:sym typeface="Plus Jakarta Sans"/>
            </a:endParaRPr>
          </a:p>
        </p:txBody>
      </p:sp>
      <p:sp>
        <p:nvSpPr>
          <p:cNvPr id="139" name="Google Shape;139;g346147d5b96_0_56"/>
          <p:cNvSpPr/>
          <p:nvPr/>
        </p:nvSpPr>
        <p:spPr>
          <a:xfrm>
            <a:off x="0" y="5039700"/>
            <a:ext cx="9152400" cy="103800"/>
          </a:xfrm>
          <a:prstGeom prst="rect">
            <a:avLst/>
          </a:prstGeom>
          <a:solidFill>
            <a:srgbClr val="FECE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3" name="Shape 143"/>
        <p:cNvGrpSpPr/>
        <p:nvPr/>
      </p:nvGrpSpPr>
      <p:grpSpPr>
        <a:xfrm>
          <a:off x="0" y="0"/>
          <a:ext cx="0" cy="0"/>
          <a:chOff x="0" y="0"/>
          <a:chExt cx="0" cy="0"/>
        </a:xfrm>
      </p:grpSpPr>
      <p:sp>
        <p:nvSpPr>
          <p:cNvPr id="144" name="Google Shape;144;g346147d5b96_0_67"/>
          <p:cNvSpPr txBox="1"/>
          <p:nvPr/>
        </p:nvSpPr>
        <p:spPr>
          <a:xfrm>
            <a:off x="583303" y="374666"/>
            <a:ext cx="7799700" cy="5850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chemeClr val="dk1"/>
              </a:buClr>
              <a:buSzPts val="990"/>
              <a:buFont typeface="Arial"/>
              <a:buNone/>
            </a:pPr>
            <a:r>
              <a:rPr b="1" i="0" lang="en" sz="2600" u="none" cap="none" strike="noStrike">
                <a:solidFill>
                  <a:schemeClr val="dk1"/>
                </a:solidFill>
                <a:latin typeface="Plus Jakarta Sans"/>
                <a:ea typeface="Plus Jakarta Sans"/>
                <a:cs typeface="Plus Jakarta Sans"/>
                <a:sym typeface="Plus Jakarta Sans"/>
              </a:rPr>
              <a:t>Write Copy for Your Landing Page</a:t>
            </a:r>
            <a:endParaRPr b="1" i="0" sz="2600" u="none" cap="none" strike="noStrike">
              <a:solidFill>
                <a:schemeClr val="dk1"/>
              </a:solidFill>
              <a:latin typeface="Plus Jakarta Sans"/>
              <a:ea typeface="Plus Jakarta Sans"/>
              <a:cs typeface="Plus Jakarta Sans"/>
              <a:sym typeface="Plus Jakarta Sans"/>
            </a:endParaRPr>
          </a:p>
        </p:txBody>
      </p:sp>
      <p:sp>
        <p:nvSpPr>
          <p:cNvPr id="145" name="Google Shape;145;g346147d5b96_0_67"/>
          <p:cNvSpPr txBox="1"/>
          <p:nvPr>
            <p:ph idx="4294967295" type="body"/>
          </p:nvPr>
        </p:nvSpPr>
        <p:spPr>
          <a:xfrm>
            <a:off x="583300" y="893950"/>
            <a:ext cx="7995900" cy="1539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800"/>
              <a:buNone/>
            </a:pPr>
            <a:r>
              <a:rPr lang="en" sz="1500">
                <a:latin typeface="Plus Jakarta Sans"/>
                <a:ea typeface="Plus Jakarta Sans"/>
                <a:cs typeface="Plus Jakarta Sans"/>
                <a:sym typeface="Plus Jakarta Sans"/>
              </a:rPr>
              <a:t>Transform your value proposition into a shorter, punchier version that works well as a </a:t>
            </a:r>
            <a:r>
              <a:rPr b="1" lang="en" sz="1500">
                <a:latin typeface="Plus Jakarta Sans"/>
                <a:ea typeface="Plus Jakarta Sans"/>
                <a:cs typeface="Plus Jakarta Sans"/>
                <a:sym typeface="Plus Jakarta Sans"/>
              </a:rPr>
              <a:t>headline and subheadline</a:t>
            </a:r>
            <a:r>
              <a:rPr lang="en" sz="1500">
                <a:latin typeface="Plus Jakarta Sans"/>
                <a:ea typeface="Plus Jakarta Sans"/>
                <a:cs typeface="Plus Jakarta Sans"/>
                <a:sym typeface="Plus Jakarta Sans"/>
              </a:rPr>
              <a:t>. </a:t>
            </a:r>
            <a:br>
              <a:rPr lang="en" sz="1500">
                <a:latin typeface="Plus Jakarta Sans"/>
                <a:ea typeface="Plus Jakarta Sans"/>
                <a:cs typeface="Plus Jakarta Sans"/>
                <a:sym typeface="Plus Jakarta Sans"/>
              </a:rPr>
            </a:br>
            <a:endParaRPr sz="700">
              <a:latin typeface="Plus Jakarta Sans"/>
              <a:ea typeface="Plus Jakarta Sans"/>
              <a:cs typeface="Plus Jakarta Sans"/>
              <a:sym typeface="Plus Jakarta Sans"/>
            </a:endParaRPr>
          </a:p>
          <a:p>
            <a:pPr indent="0" lvl="0" marL="0" rtl="0" algn="l">
              <a:lnSpc>
                <a:spcPct val="115000"/>
              </a:lnSpc>
              <a:spcBef>
                <a:spcPts val="0"/>
              </a:spcBef>
              <a:spcAft>
                <a:spcPts val="0"/>
              </a:spcAft>
              <a:buSzPts val="1800"/>
              <a:buNone/>
            </a:pPr>
            <a:r>
              <a:rPr b="1" lang="en">
                <a:solidFill>
                  <a:schemeClr val="dk1"/>
                </a:solidFill>
                <a:latin typeface="Plus Jakarta Sans"/>
                <a:ea typeface="Plus Jakarta Sans"/>
                <a:cs typeface="Plus Jakarta Sans"/>
                <a:sym typeface="Plus Jakarta Sans"/>
              </a:rPr>
              <a:t>Headline: </a:t>
            </a:r>
            <a:endParaRPr b="1">
              <a:solidFill>
                <a:schemeClr val="dk1"/>
              </a:solidFill>
              <a:latin typeface="Plus Jakarta Sans"/>
              <a:ea typeface="Plus Jakarta Sans"/>
              <a:cs typeface="Plus Jakarta Sans"/>
              <a:sym typeface="Plus Jakarta Sans"/>
            </a:endParaRPr>
          </a:p>
          <a:p>
            <a:pPr indent="0" lvl="0" marL="0" rtl="0" algn="l">
              <a:lnSpc>
                <a:spcPct val="115000"/>
              </a:lnSpc>
              <a:spcBef>
                <a:spcPts val="1200"/>
              </a:spcBef>
              <a:spcAft>
                <a:spcPts val="0"/>
              </a:spcAft>
              <a:buClr>
                <a:schemeClr val="dk1"/>
              </a:buClr>
              <a:buSzPts val="1100"/>
              <a:buFont typeface="Arial"/>
              <a:buNone/>
            </a:pPr>
            <a:r>
              <a:rPr b="1" lang="en">
                <a:solidFill>
                  <a:schemeClr val="dk1"/>
                </a:solidFill>
                <a:latin typeface="Plus Jakarta Sans"/>
                <a:ea typeface="Plus Jakarta Sans"/>
                <a:cs typeface="Plus Jakarta Sans"/>
                <a:sym typeface="Plus Jakarta Sans"/>
              </a:rPr>
              <a:t>Subheadline: </a:t>
            </a:r>
            <a:endParaRPr b="1">
              <a:solidFill>
                <a:schemeClr val="dk1"/>
              </a:solidFill>
              <a:latin typeface="Plus Jakarta Sans"/>
              <a:ea typeface="Plus Jakarta Sans"/>
              <a:cs typeface="Plus Jakarta Sans"/>
              <a:sym typeface="Plus Jakarta Sans"/>
            </a:endParaRPr>
          </a:p>
          <a:p>
            <a:pPr indent="0" lvl="0" marL="457200" rtl="0" algn="l">
              <a:lnSpc>
                <a:spcPct val="115000"/>
              </a:lnSpc>
              <a:spcBef>
                <a:spcPts val="1200"/>
              </a:spcBef>
              <a:spcAft>
                <a:spcPts val="0"/>
              </a:spcAft>
              <a:buClr>
                <a:schemeClr val="dk1"/>
              </a:buClr>
              <a:buSzPts val="1100"/>
              <a:buFont typeface="Arial"/>
              <a:buNone/>
            </a:pPr>
            <a:r>
              <a:t/>
            </a:r>
            <a:endParaRPr b="1">
              <a:solidFill>
                <a:schemeClr val="dk1"/>
              </a:solidFill>
              <a:latin typeface="Plus Jakarta Sans"/>
              <a:ea typeface="Plus Jakarta Sans"/>
              <a:cs typeface="Plus Jakarta Sans"/>
              <a:sym typeface="Plus Jakarta Sans"/>
            </a:endParaRPr>
          </a:p>
          <a:p>
            <a:pPr indent="0" lvl="0" marL="0" rtl="0" algn="l">
              <a:lnSpc>
                <a:spcPct val="115000"/>
              </a:lnSpc>
              <a:spcBef>
                <a:spcPts val="0"/>
              </a:spcBef>
              <a:spcAft>
                <a:spcPts val="0"/>
              </a:spcAft>
              <a:buSzPts val="1800"/>
              <a:buNone/>
            </a:pPr>
            <a:r>
              <a:t/>
            </a:r>
            <a:endParaRPr sz="1500">
              <a:latin typeface="Plus Jakarta Sans"/>
              <a:ea typeface="Plus Jakarta Sans"/>
              <a:cs typeface="Plus Jakarta Sans"/>
              <a:sym typeface="Plus Jakarta Sans"/>
            </a:endParaRPr>
          </a:p>
          <a:p>
            <a:pPr indent="0" lvl="0" marL="0" rtl="0" algn="l">
              <a:lnSpc>
                <a:spcPct val="115000"/>
              </a:lnSpc>
              <a:spcBef>
                <a:spcPts val="0"/>
              </a:spcBef>
              <a:spcAft>
                <a:spcPts val="0"/>
              </a:spcAft>
              <a:buSzPts val="1800"/>
              <a:buNone/>
            </a:pPr>
            <a:r>
              <a:t/>
            </a:r>
            <a:endParaRPr sz="1500">
              <a:solidFill>
                <a:schemeClr val="dk1"/>
              </a:solidFill>
              <a:latin typeface="Plus Jakarta Sans"/>
              <a:ea typeface="Plus Jakarta Sans"/>
              <a:cs typeface="Plus Jakarta Sans"/>
              <a:sym typeface="Plus Jakarta Sans"/>
            </a:endParaRPr>
          </a:p>
          <a:p>
            <a:pPr indent="0" lvl="0" marL="0" rtl="0" algn="l">
              <a:lnSpc>
                <a:spcPct val="115000"/>
              </a:lnSpc>
              <a:spcBef>
                <a:spcPts val="1200"/>
              </a:spcBef>
              <a:spcAft>
                <a:spcPts val="0"/>
              </a:spcAft>
              <a:buClr>
                <a:schemeClr val="dk1"/>
              </a:buClr>
              <a:buSzPts val="1100"/>
              <a:buFont typeface="Arial"/>
              <a:buNone/>
            </a:pPr>
            <a:r>
              <a:t/>
            </a:r>
            <a:endParaRPr sz="1500">
              <a:solidFill>
                <a:schemeClr val="dk1"/>
              </a:solidFill>
              <a:latin typeface="Plus Jakarta Sans"/>
              <a:ea typeface="Plus Jakarta Sans"/>
              <a:cs typeface="Plus Jakarta Sans"/>
              <a:sym typeface="Plus Jakarta Sans"/>
            </a:endParaRPr>
          </a:p>
          <a:p>
            <a:pPr indent="0" lvl="0" marL="0" rtl="0" algn="l">
              <a:lnSpc>
                <a:spcPct val="115000"/>
              </a:lnSpc>
              <a:spcBef>
                <a:spcPts val="0"/>
              </a:spcBef>
              <a:spcAft>
                <a:spcPts val="1200"/>
              </a:spcAft>
              <a:buSzPts val="1800"/>
              <a:buNone/>
            </a:pPr>
            <a:r>
              <a:t/>
            </a:r>
            <a:endParaRPr sz="1500">
              <a:solidFill>
                <a:schemeClr val="dk1"/>
              </a:solidFill>
              <a:latin typeface="Plus Jakarta Sans"/>
              <a:ea typeface="Plus Jakarta Sans"/>
              <a:cs typeface="Plus Jakarta Sans"/>
              <a:sym typeface="Plus Jakarta Sans"/>
            </a:endParaRPr>
          </a:p>
        </p:txBody>
      </p:sp>
      <p:sp>
        <p:nvSpPr>
          <p:cNvPr id="146" name="Google Shape;146;g346147d5b96_0_67"/>
          <p:cNvSpPr/>
          <p:nvPr/>
        </p:nvSpPr>
        <p:spPr>
          <a:xfrm>
            <a:off x="0" y="5039700"/>
            <a:ext cx="9152400" cy="103800"/>
          </a:xfrm>
          <a:prstGeom prst="rect">
            <a:avLst/>
          </a:prstGeom>
          <a:solidFill>
            <a:srgbClr val="FECE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charity: water logo" id="147" name="Google Shape;147;g346147d5b96_0_67"/>
          <p:cNvPicPr preferRelativeResize="0"/>
          <p:nvPr/>
        </p:nvPicPr>
        <p:blipFill rotWithShape="1">
          <a:blip r:embed="rId3">
            <a:alphaModFix/>
          </a:blip>
          <a:srcRect b="0" l="0" r="0" t="0"/>
          <a:stretch/>
        </p:blipFill>
        <p:spPr>
          <a:xfrm>
            <a:off x="118337" y="204381"/>
            <a:ext cx="121025" cy="170300"/>
          </a:xfrm>
          <a:prstGeom prst="rect">
            <a:avLst/>
          </a:prstGeom>
          <a:noFill/>
          <a:ln>
            <a:noFill/>
          </a:ln>
        </p:spPr>
      </p:pic>
      <p:sp>
        <p:nvSpPr>
          <p:cNvPr descr="charity: water logo" id="148" name="Google Shape;148;g346147d5b96_0_67"/>
          <p:cNvSpPr txBox="1"/>
          <p:nvPr/>
        </p:nvSpPr>
        <p:spPr>
          <a:xfrm rot="-5400000">
            <a:off x="-306000" y="2417800"/>
            <a:ext cx="919800" cy="3078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800"/>
              <a:buFont typeface="Arial"/>
              <a:buNone/>
            </a:pPr>
            <a:r>
              <a:rPr b="0" i="0" lang="en" sz="800" u="none" cap="none" strike="noStrike">
                <a:solidFill>
                  <a:srgbClr val="000000"/>
                </a:solidFill>
                <a:latin typeface="Plus Jakarta Sans"/>
                <a:ea typeface="Plus Jakarta Sans"/>
                <a:cs typeface="Plus Jakarta Sans"/>
                <a:sym typeface="Plus Jakarta Sans"/>
              </a:rPr>
              <a:t>charity: water</a:t>
            </a:r>
            <a:endParaRPr b="0" i="0" sz="800" u="none" cap="none" strike="noStrike">
              <a:solidFill>
                <a:srgbClr val="000000"/>
              </a:solidFill>
              <a:latin typeface="Plus Jakarta Sans"/>
              <a:ea typeface="Plus Jakarta Sans"/>
              <a:cs typeface="Plus Jakarta Sans"/>
              <a:sym typeface="Plus Jakarta Sans"/>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 name="Shape 152"/>
        <p:cNvGrpSpPr/>
        <p:nvPr/>
      </p:nvGrpSpPr>
      <p:grpSpPr>
        <a:xfrm>
          <a:off x="0" y="0"/>
          <a:ext cx="0" cy="0"/>
          <a:chOff x="0" y="0"/>
          <a:chExt cx="0" cy="0"/>
        </a:xfrm>
      </p:grpSpPr>
      <p:sp>
        <p:nvSpPr>
          <p:cNvPr id="153" name="Google Shape;153;g346147d5b96_0_134"/>
          <p:cNvSpPr txBox="1"/>
          <p:nvPr/>
        </p:nvSpPr>
        <p:spPr>
          <a:xfrm>
            <a:off x="543275" y="374675"/>
            <a:ext cx="8421300" cy="5850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chemeClr val="dk1"/>
              </a:buClr>
              <a:buSzPts val="3556"/>
              <a:buFont typeface="Arial"/>
              <a:buNone/>
            </a:pPr>
            <a:r>
              <a:rPr b="1" i="0" lang="en" sz="2600" u="none" cap="none" strike="noStrike">
                <a:solidFill>
                  <a:srgbClr val="1E2D31"/>
                </a:solidFill>
                <a:latin typeface="Plus Jakarta Sans"/>
                <a:ea typeface="Plus Jakarta Sans"/>
                <a:cs typeface="Plus Jakarta Sans"/>
                <a:sym typeface="Plus Jakarta Sans"/>
              </a:rPr>
              <a:t>Brand Visuals - Color Palette &amp; </a:t>
            </a:r>
            <a:r>
              <a:rPr b="1" i="0" lang="en" sz="2600" u="none" cap="none" strike="noStrike">
                <a:solidFill>
                  <a:srgbClr val="1E2D31"/>
                </a:solidFill>
                <a:latin typeface="Plus Jakarta Sans"/>
                <a:ea typeface="Plus Jakarta Sans"/>
                <a:cs typeface="Plus Jakarta Sans"/>
                <a:sym typeface="Plus Jakarta Sans"/>
                <a:extLst>
                  <a:ext uri="http://customooxmlschemas.google.com/">
                    <go:slidesCustomData xmlns:go="http://customooxmlschemas.google.com/" textRoundtripDataId="0"/>
                  </a:ext>
                </a:extLst>
              </a:rPr>
              <a:t>Typography</a:t>
            </a:r>
            <a:r>
              <a:rPr b="1" i="0" lang="en" sz="2600" u="none" cap="none" strike="noStrike">
                <a:solidFill>
                  <a:srgbClr val="1E2D31"/>
                </a:solidFill>
                <a:latin typeface="Plus Jakarta Sans"/>
                <a:ea typeface="Plus Jakarta Sans"/>
                <a:cs typeface="Plus Jakarta Sans"/>
                <a:sym typeface="Plus Jakarta Sans"/>
              </a:rPr>
              <a:t> (Font)</a:t>
            </a:r>
            <a:endParaRPr b="1" i="0" sz="2600" u="none" cap="none" strike="noStrike">
              <a:solidFill>
                <a:schemeClr val="dk1"/>
              </a:solidFill>
              <a:latin typeface="Plus Jakarta Sans"/>
              <a:ea typeface="Plus Jakarta Sans"/>
              <a:cs typeface="Plus Jakarta Sans"/>
              <a:sym typeface="Plus Jakarta Sans"/>
            </a:endParaRPr>
          </a:p>
        </p:txBody>
      </p:sp>
      <p:sp>
        <p:nvSpPr>
          <p:cNvPr id="154" name="Google Shape;154;g346147d5b96_0_134"/>
          <p:cNvSpPr txBox="1"/>
          <p:nvPr>
            <p:ph idx="4294967295" type="body"/>
          </p:nvPr>
        </p:nvSpPr>
        <p:spPr>
          <a:xfrm>
            <a:off x="409250" y="1098924"/>
            <a:ext cx="5056200" cy="3531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800"/>
              <a:buNone/>
            </a:pPr>
            <a:r>
              <a:rPr b="1" i="1" lang="en">
                <a:solidFill>
                  <a:srgbClr val="5E696C"/>
                </a:solidFill>
                <a:latin typeface="Plus Jakarta Sans"/>
                <a:ea typeface="Plus Jakarta Sans"/>
                <a:cs typeface="Plus Jakarta Sans"/>
                <a:sym typeface="Plus Jakarta Sans"/>
              </a:rPr>
              <a:t>Note:</a:t>
            </a:r>
            <a:r>
              <a:rPr lang="en">
                <a:solidFill>
                  <a:srgbClr val="5E696C"/>
                </a:solidFill>
                <a:latin typeface="Plus Jakarta Sans"/>
                <a:ea typeface="Plus Jakarta Sans"/>
                <a:cs typeface="Plus Jakarta Sans"/>
                <a:sym typeface="Plus Jakarta Sans"/>
              </a:rPr>
              <a:t> select the colors from the </a:t>
            </a:r>
            <a:r>
              <a:rPr lang="en" u="sng">
                <a:solidFill>
                  <a:schemeClr val="hlink"/>
                </a:solidFill>
                <a:latin typeface="Plus Jakarta Sans"/>
                <a:ea typeface="Plus Jakarta Sans"/>
                <a:cs typeface="Plus Jakarta Sans"/>
                <a:sym typeface="Plus Jakarta Sans"/>
                <a:hlinkClick r:id="rId3"/>
              </a:rPr>
              <a:t>brand guidelines</a:t>
            </a:r>
            <a:r>
              <a:rPr lang="en">
                <a:solidFill>
                  <a:srgbClr val="5E696C"/>
                </a:solidFill>
                <a:latin typeface="Plus Jakarta Sans"/>
                <a:ea typeface="Plus Jakarta Sans"/>
                <a:cs typeface="Plus Jakarta Sans"/>
                <a:sym typeface="Plus Jakarta Sans"/>
              </a:rPr>
              <a:t> and the font from the </a:t>
            </a:r>
            <a:r>
              <a:rPr lang="en" u="sng">
                <a:solidFill>
                  <a:schemeClr val="hlink"/>
                </a:solidFill>
                <a:latin typeface="Plus Jakarta Sans"/>
                <a:ea typeface="Plus Jakarta Sans"/>
                <a:cs typeface="Plus Jakarta Sans"/>
                <a:sym typeface="Plus Jakarta Sans"/>
                <a:hlinkClick r:id="rId4"/>
              </a:rPr>
              <a:t>typography doc</a:t>
            </a:r>
            <a:endParaRPr>
              <a:solidFill>
                <a:srgbClr val="5E696C"/>
              </a:solidFill>
              <a:latin typeface="Plus Jakarta Sans"/>
              <a:ea typeface="Plus Jakarta Sans"/>
              <a:cs typeface="Plus Jakarta Sans"/>
              <a:sym typeface="Plus Jakarta Sans"/>
            </a:endParaRPr>
          </a:p>
          <a:p>
            <a:pPr indent="0" lvl="0" marL="0" rtl="0" algn="l">
              <a:lnSpc>
                <a:spcPct val="115000"/>
              </a:lnSpc>
              <a:spcBef>
                <a:spcPts val="0"/>
              </a:spcBef>
              <a:spcAft>
                <a:spcPts val="0"/>
              </a:spcAft>
              <a:buSzPts val="1800"/>
              <a:buNone/>
            </a:pPr>
            <a:r>
              <a:t/>
            </a:r>
            <a:endParaRPr>
              <a:solidFill>
                <a:srgbClr val="5E696C"/>
              </a:solidFill>
              <a:latin typeface="Plus Jakarta Sans"/>
              <a:ea typeface="Plus Jakarta Sans"/>
              <a:cs typeface="Plus Jakarta Sans"/>
              <a:sym typeface="Plus Jakarta Sans"/>
            </a:endParaRPr>
          </a:p>
          <a:p>
            <a:pPr indent="0" lvl="0" marL="0" rtl="0" algn="l">
              <a:lnSpc>
                <a:spcPct val="115000"/>
              </a:lnSpc>
              <a:spcBef>
                <a:spcPts val="0"/>
              </a:spcBef>
              <a:spcAft>
                <a:spcPts val="0"/>
              </a:spcAft>
              <a:buSzPts val="1800"/>
              <a:buNone/>
            </a:pPr>
            <a:r>
              <a:rPr b="1" lang="en">
                <a:solidFill>
                  <a:srgbClr val="5E696C"/>
                </a:solidFill>
                <a:highlight>
                  <a:srgbClr val="F4CCCC"/>
                </a:highlight>
                <a:latin typeface="Plus Jakarta Sans"/>
                <a:ea typeface="Plus Jakarta Sans"/>
                <a:cs typeface="Plus Jakarta Sans"/>
                <a:sym typeface="Plus Jakarta Sans"/>
              </a:rPr>
              <a:t>Answer this: </a:t>
            </a:r>
            <a:r>
              <a:rPr lang="en">
                <a:solidFill>
                  <a:srgbClr val="5E696C"/>
                </a:solidFill>
                <a:highlight>
                  <a:srgbClr val="F4CCCC"/>
                </a:highlight>
                <a:latin typeface="Plus Jakarta Sans"/>
                <a:ea typeface="Plus Jakarta Sans"/>
                <a:cs typeface="Plus Jakarta Sans"/>
                <a:sym typeface="Plus Jakarta Sans"/>
              </a:rPr>
              <a:t>Explain what feeling or feelings is your color palette meant to communicate? </a:t>
            </a:r>
            <a:br>
              <a:rPr lang="en">
                <a:solidFill>
                  <a:srgbClr val="5E696C"/>
                </a:solidFill>
                <a:latin typeface="Plus Jakarta Sans"/>
                <a:ea typeface="Plus Jakarta Sans"/>
                <a:cs typeface="Plus Jakarta Sans"/>
                <a:sym typeface="Plus Jakarta Sans"/>
              </a:rPr>
            </a:br>
            <a:endParaRPr>
              <a:solidFill>
                <a:srgbClr val="5E696C"/>
              </a:solidFill>
              <a:latin typeface="Plus Jakarta Sans"/>
              <a:ea typeface="Plus Jakarta Sans"/>
              <a:cs typeface="Plus Jakarta Sans"/>
              <a:sym typeface="Plus Jakarta Sans"/>
            </a:endParaRPr>
          </a:p>
          <a:p>
            <a:pPr indent="0" lvl="0" marL="0" rtl="0" algn="l">
              <a:lnSpc>
                <a:spcPct val="115000"/>
              </a:lnSpc>
              <a:spcBef>
                <a:spcPts val="0"/>
              </a:spcBef>
              <a:spcAft>
                <a:spcPts val="0"/>
              </a:spcAft>
              <a:buClr>
                <a:schemeClr val="dk1"/>
              </a:buClr>
              <a:buSzPts val="1100"/>
              <a:buFont typeface="Arial"/>
              <a:buNone/>
            </a:pPr>
            <a:r>
              <a:rPr b="1" i="1" lang="en">
                <a:solidFill>
                  <a:srgbClr val="5E696C"/>
                </a:solidFill>
                <a:latin typeface="Plus Jakarta Sans"/>
                <a:ea typeface="Plus Jakarta Sans"/>
                <a:cs typeface="Plus Jakarta Sans"/>
                <a:sym typeface="Plus Jakarta Sans"/>
              </a:rPr>
              <a:t>Hint:</a:t>
            </a:r>
            <a:r>
              <a:rPr lang="en">
                <a:solidFill>
                  <a:srgbClr val="5E696C"/>
                </a:solidFill>
                <a:latin typeface="Plus Jakarta Sans"/>
                <a:ea typeface="Plus Jakarta Sans"/>
                <a:cs typeface="Plus Jakarta Sans"/>
                <a:sym typeface="Plus Jakarta Sans"/>
              </a:rPr>
              <a:t>  Revisit the “Brand Visuals” section on HQ for insights on how different colors create emotional impact.</a:t>
            </a:r>
            <a:endParaRPr>
              <a:solidFill>
                <a:srgbClr val="5E696C"/>
              </a:solidFill>
              <a:latin typeface="Plus Jakarta Sans"/>
              <a:ea typeface="Plus Jakarta Sans"/>
              <a:cs typeface="Plus Jakarta Sans"/>
              <a:sym typeface="Plus Jakarta Sans"/>
            </a:endParaRPr>
          </a:p>
          <a:p>
            <a:pPr indent="0" lvl="0" marL="0" rtl="0" algn="l">
              <a:lnSpc>
                <a:spcPct val="115000"/>
              </a:lnSpc>
              <a:spcBef>
                <a:spcPts val="0"/>
              </a:spcBef>
              <a:spcAft>
                <a:spcPts val="1200"/>
              </a:spcAft>
              <a:buSzPts val="1800"/>
              <a:buNone/>
            </a:pPr>
            <a:r>
              <a:t/>
            </a:r>
            <a:endParaRPr>
              <a:solidFill>
                <a:schemeClr val="dk1"/>
              </a:solidFill>
              <a:latin typeface="Plus Jakarta Sans"/>
              <a:ea typeface="Plus Jakarta Sans"/>
              <a:cs typeface="Plus Jakarta Sans"/>
              <a:sym typeface="Plus Jakarta Sans"/>
            </a:endParaRPr>
          </a:p>
        </p:txBody>
      </p:sp>
      <p:sp>
        <p:nvSpPr>
          <p:cNvPr id="155" name="Google Shape;155;g346147d5b96_0_134"/>
          <p:cNvSpPr/>
          <p:nvPr/>
        </p:nvSpPr>
        <p:spPr>
          <a:xfrm>
            <a:off x="5664825" y="1155075"/>
            <a:ext cx="1795800" cy="34563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Plus Jakarta Sans"/>
                <a:ea typeface="Plus Jakarta Sans"/>
                <a:cs typeface="Plus Jakarta Sans"/>
                <a:sym typeface="Plus Jakarta Sans"/>
              </a:rPr>
              <a:t>[Add screenshot of your color palette choice from Canva.]</a:t>
            </a:r>
            <a:endParaRPr b="0" i="0" sz="1400" u="none" cap="none" strike="noStrike">
              <a:solidFill>
                <a:srgbClr val="000000"/>
              </a:solidFill>
              <a:latin typeface="Plus Jakarta Sans"/>
              <a:ea typeface="Plus Jakarta Sans"/>
              <a:cs typeface="Plus Jakarta Sans"/>
              <a:sym typeface="Plus Jakarta Sans"/>
            </a:endParaRPr>
          </a:p>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lus Jakarta Sans"/>
              <a:ea typeface="Plus Jakarta Sans"/>
              <a:cs typeface="Plus Jakarta Sans"/>
              <a:sym typeface="Plus Jakarta Sans"/>
            </a:endParaRPr>
          </a:p>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rgbClr val="000000"/>
                </a:solidFill>
                <a:highlight>
                  <a:srgbClr val="FECE00"/>
                </a:highlight>
                <a:latin typeface="Plus Jakarta Sans"/>
                <a:ea typeface="Plus Jakarta Sans"/>
                <a:cs typeface="Plus Jakarta Sans"/>
                <a:sym typeface="Plus Jakarta Sans"/>
              </a:rPr>
              <a:t>[Delete this box after you add your screenshot]</a:t>
            </a:r>
            <a:endParaRPr b="0" i="0" sz="1400" u="none" cap="none" strike="noStrike">
              <a:solidFill>
                <a:srgbClr val="000000"/>
              </a:solidFill>
              <a:highlight>
                <a:srgbClr val="FECE00"/>
              </a:highlight>
              <a:latin typeface="Plus Jakarta Sans"/>
              <a:ea typeface="Plus Jakarta Sans"/>
              <a:cs typeface="Plus Jakarta Sans"/>
              <a:sym typeface="Plus Jakarta Sans"/>
            </a:endParaRPr>
          </a:p>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lus Jakarta Sans"/>
              <a:ea typeface="Plus Jakarta Sans"/>
              <a:cs typeface="Plus Jakarta Sans"/>
              <a:sym typeface="Plus Jakarta Sans"/>
            </a:endParaRPr>
          </a:p>
        </p:txBody>
      </p:sp>
      <p:sp>
        <p:nvSpPr>
          <p:cNvPr id="156" name="Google Shape;156;g346147d5b96_0_134"/>
          <p:cNvSpPr/>
          <p:nvPr/>
        </p:nvSpPr>
        <p:spPr>
          <a:xfrm>
            <a:off x="7515375" y="1154950"/>
            <a:ext cx="1449300" cy="34563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Plus Jakarta Sans"/>
                <a:ea typeface="Plus Jakarta Sans"/>
                <a:cs typeface="Plus Jakarta Sans"/>
                <a:sym typeface="Plus Jakarta Sans"/>
              </a:rPr>
              <a:t>[Add screenshot of your Typography choice from Canva.]</a:t>
            </a:r>
            <a:endParaRPr b="0" i="0" sz="1400" u="none" cap="none" strike="noStrike">
              <a:solidFill>
                <a:srgbClr val="000000"/>
              </a:solidFill>
              <a:latin typeface="Plus Jakarta Sans"/>
              <a:ea typeface="Plus Jakarta Sans"/>
              <a:cs typeface="Plus Jakarta Sans"/>
              <a:sym typeface="Plus Jakarta Sans"/>
            </a:endParaRPr>
          </a:p>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lus Jakarta Sans"/>
              <a:ea typeface="Plus Jakarta Sans"/>
              <a:cs typeface="Plus Jakarta Sans"/>
              <a:sym typeface="Plus Jakarta Sans"/>
            </a:endParaRPr>
          </a:p>
          <a:p>
            <a:pPr indent="0" lvl="0" marL="0" marR="0" rtl="0" algn="ctr">
              <a:lnSpc>
                <a:spcPct val="100000"/>
              </a:lnSpc>
              <a:spcBef>
                <a:spcPts val="0"/>
              </a:spcBef>
              <a:spcAft>
                <a:spcPts val="0"/>
              </a:spcAft>
              <a:buClr>
                <a:schemeClr val="dk1"/>
              </a:buClr>
              <a:buSzPts val="1400"/>
              <a:buFont typeface="Arial"/>
              <a:buNone/>
            </a:pPr>
            <a:r>
              <a:rPr b="0" i="0" lang="en" sz="1400" u="none" cap="none" strike="noStrike">
                <a:solidFill>
                  <a:schemeClr val="dk1"/>
                </a:solidFill>
                <a:highlight>
                  <a:srgbClr val="FECE00"/>
                </a:highlight>
                <a:latin typeface="Plus Jakarta Sans"/>
                <a:ea typeface="Plus Jakarta Sans"/>
                <a:cs typeface="Plus Jakarta Sans"/>
                <a:sym typeface="Plus Jakarta Sans"/>
              </a:rPr>
              <a:t>[Delete this box after you add your screenshot]</a:t>
            </a:r>
            <a:endParaRPr b="0" i="0" sz="1400" u="none" cap="none" strike="noStrike">
              <a:solidFill>
                <a:srgbClr val="000000"/>
              </a:solidFill>
              <a:highlight>
                <a:srgbClr val="FECE00"/>
              </a:highlight>
              <a:latin typeface="Plus Jakarta Sans"/>
              <a:ea typeface="Plus Jakarta Sans"/>
              <a:cs typeface="Plus Jakarta Sans"/>
              <a:sym typeface="Plus Jakarta Sans"/>
            </a:endParaRPr>
          </a:p>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lus Jakarta Sans"/>
              <a:ea typeface="Plus Jakarta Sans"/>
              <a:cs typeface="Plus Jakarta Sans"/>
              <a:sym typeface="Plus Jakarta Sans"/>
            </a:endParaRPr>
          </a:p>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lus Jakarta Sans"/>
              <a:ea typeface="Plus Jakarta Sans"/>
              <a:cs typeface="Plus Jakarta Sans"/>
              <a:sym typeface="Plus Jakarta Sans"/>
            </a:endParaRPr>
          </a:p>
        </p:txBody>
      </p:sp>
      <p:pic>
        <p:nvPicPr>
          <p:cNvPr descr="charity: water logo" id="157" name="Google Shape;157;g346147d5b96_0_134"/>
          <p:cNvPicPr preferRelativeResize="0"/>
          <p:nvPr/>
        </p:nvPicPr>
        <p:blipFill rotWithShape="1">
          <a:blip r:embed="rId5">
            <a:alphaModFix/>
          </a:blip>
          <a:srcRect b="0" l="0" r="0" t="0"/>
          <a:stretch/>
        </p:blipFill>
        <p:spPr>
          <a:xfrm>
            <a:off x="118337" y="204381"/>
            <a:ext cx="121025" cy="170300"/>
          </a:xfrm>
          <a:prstGeom prst="rect">
            <a:avLst/>
          </a:prstGeom>
          <a:noFill/>
          <a:ln>
            <a:noFill/>
          </a:ln>
        </p:spPr>
      </p:pic>
      <p:sp>
        <p:nvSpPr>
          <p:cNvPr id="158" name="Google Shape;158;g346147d5b96_0_134"/>
          <p:cNvSpPr txBox="1"/>
          <p:nvPr/>
        </p:nvSpPr>
        <p:spPr>
          <a:xfrm rot="-5400000">
            <a:off x="-306000" y="2417800"/>
            <a:ext cx="919800" cy="3078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800"/>
              <a:buFont typeface="Arial"/>
              <a:buNone/>
            </a:pPr>
            <a:r>
              <a:rPr b="0" i="0" lang="en" sz="800" u="none" cap="none" strike="noStrike">
                <a:solidFill>
                  <a:srgbClr val="000000"/>
                </a:solidFill>
                <a:latin typeface="Plus Jakarta Sans"/>
                <a:ea typeface="Plus Jakarta Sans"/>
                <a:cs typeface="Plus Jakarta Sans"/>
                <a:sym typeface="Plus Jakarta Sans"/>
              </a:rPr>
              <a:t>charity: water</a:t>
            </a:r>
            <a:endParaRPr b="0" i="0" sz="800" u="none" cap="none" strike="noStrike">
              <a:solidFill>
                <a:srgbClr val="000000"/>
              </a:solidFill>
              <a:latin typeface="Plus Jakarta Sans"/>
              <a:ea typeface="Plus Jakarta Sans"/>
              <a:cs typeface="Plus Jakarta Sans"/>
              <a:sym typeface="Plus Jakarta Sans"/>
            </a:endParaRPr>
          </a:p>
        </p:txBody>
      </p:sp>
      <p:sp>
        <p:nvSpPr>
          <p:cNvPr id="159" name="Google Shape;159;g346147d5b96_0_134"/>
          <p:cNvSpPr/>
          <p:nvPr/>
        </p:nvSpPr>
        <p:spPr>
          <a:xfrm>
            <a:off x="0" y="5039700"/>
            <a:ext cx="9152400" cy="103800"/>
          </a:xfrm>
          <a:prstGeom prst="rect">
            <a:avLst/>
          </a:prstGeom>
          <a:solidFill>
            <a:srgbClr val="FECE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3" name="Shape 163"/>
        <p:cNvGrpSpPr/>
        <p:nvPr/>
      </p:nvGrpSpPr>
      <p:grpSpPr>
        <a:xfrm>
          <a:off x="0" y="0"/>
          <a:ext cx="0" cy="0"/>
          <a:chOff x="0" y="0"/>
          <a:chExt cx="0" cy="0"/>
        </a:xfrm>
      </p:grpSpPr>
      <p:sp>
        <p:nvSpPr>
          <p:cNvPr id="164" name="Google Shape;164;g33d9fc40065_0_510"/>
          <p:cNvSpPr txBox="1"/>
          <p:nvPr>
            <p:ph type="title"/>
          </p:nvPr>
        </p:nvSpPr>
        <p:spPr>
          <a:xfrm>
            <a:off x="568375" y="449475"/>
            <a:ext cx="8520600" cy="6261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3556"/>
              <a:buNone/>
            </a:pPr>
            <a:r>
              <a:rPr lang="en" sz="2600">
                <a:solidFill>
                  <a:schemeClr val="accent1"/>
                </a:solidFill>
                <a:latin typeface="Plus Jakarta Sans"/>
                <a:ea typeface="Plus Jakarta Sans"/>
                <a:cs typeface="Plus Jakarta Sans"/>
                <a:sym typeface="Plus Jakarta Sans"/>
              </a:rPr>
              <a:t>Brand Visuals - Photography</a:t>
            </a:r>
            <a:endParaRPr sz="2600">
              <a:solidFill>
                <a:schemeClr val="accent1"/>
              </a:solidFill>
              <a:latin typeface="Plus Jakarta Sans"/>
              <a:ea typeface="Plus Jakarta Sans"/>
              <a:cs typeface="Plus Jakarta Sans"/>
              <a:sym typeface="Plus Jakarta Sans"/>
            </a:endParaRPr>
          </a:p>
        </p:txBody>
      </p:sp>
      <p:sp>
        <p:nvSpPr>
          <p:cNvPr id="165" name="Google Shape;165;g33d9fc40065_0_510"/>
          <p:cNvSpPr txBox="1"/>
          <p:nvPr>
            <p:ph idx="1" type="body"/>
          </p:nvPr>
        </p:nvSpPr>
        <p:spPr>
          <a:xfrm>
            <a:off x="568375" y="1075575"/>
            <a:ext cx="8194500" cy="1086600"/>
          </a:xfrm>
          <a:prstGeom prst="rect">
            <a:avLst/>
          </a:prstGeom>
          <a:noFill/>
          <a:ln>
            <a:noFill/>
          </a:ln>
        </p:spPr>
        <p:txBody>
          <a:bodyPr anchorCtr="0" anchor="t" bIns="91425" lIns="91425" spcFirstLastPara="1" rIns="91425" wrap="square" tIns="91425">
            <a:normAutofit lnSpcReduction="10000"/>
          </a:bodyPr>
          <a:lstStyle/>
          <a:p>
            <a:pPr indent="0" lvl="0" marL="0" rtl="0" algn="l">
              <a:lnSpc>
                <a:spcPct val="115000"/>
              </a:lnSpc>
              <a:spcBef>
                <a:spcPts val="0"/>
              </a:spcBef>
              <a:spcAft>
                <a:spcPts val="0"/>
              </a:spcAft>
              <a:buSzPts val="1800"/>
              <a:buNone/>
            </a:pPr>
            <a:r>
              <a:rPr lang="en">
                <a:latin typeface="Plus Jakarta Sans"/>
                <a:ea typeface="Plus Jakarta Sans"/>
                <a:cs typeface="Plus Jakarta Sans"/>
                <a:sym typeface="Plus Jakarta Sans"/>
              </a:rPr>
              <a:t>Explain your choice of photography for your hero image on your landing page. Why did you choose this image? Choose a image from here: </a:t>
            </a:r>
            <a:r>
              <a:rPr lang="en" u="sng">
                <a:solidFill>
                  <a:srgbClr val="0000FF"/>
                </a:solidFill>
                <a:latin typeface="Plus Jakarta Sans"/>
                <a:ea typeface="Plus Jakarta Sans"/>
                <a:cs typeface="Plus Jakarta Sans"/>
                <a:sym typeface="Plus Jakarta Sans"/>
                <a:hlinkClick r:id="rId3">
                  <a:extLst>
                    <a:ext uri="{A12FA001-AC4F-418D-AE19-62706E023703}">
                      <ahyp:hlinkClr val="tx"/>
                    </a:ext>
                  </a:extLst>
                </a:hlinkClick>
              </a:rPr>
              <a:t>charity: water visuals</a:t>
            </a:r>
            <a:r>
              <a:rPr lang="en">
                <a:latin typeface="Plus Jakarta Sans"/>
                <a:ea typeface="Plus Jakarta Sans"/>
                <a:cs typeface="Plus Jakarta Sans"/>
                <a:sym typeface="Plus Jakarta Sans"/>
              </a:rPr>
              <a:t> and use the</a:t>
            </a:r>
            <a:r>
              <a:rPr lang="en">
                <a:solidFill>
                  <a:srgbClr val="0000FF"/>
                </a:solidFill>
                <a:latin typeface="Plus Jakarta Sans"/>
                <a:ea typeface="Plus Jakarta Sans"/>
                <a:cs typeface="Plus Jakarta Sans"/>
                <a:sym typeface="Plus Jakarta Sans"/>
              </a:rPr>
              <a:t> </a:t>
            </a:r>
            <a:r>
              <a:rPr lang="en" u="sng">
                <a:solidFill>
                  <a:srgbClr val="0000FF"/>
                </a:solidFill>
                <a:latin typeface="Plus Jakarta Sans"/>
                <a:ea typeface="Plus Jakarta Sans"/>
                <a:cs typeface="Plus Jakarta Sans"/>
                <a:sym typeface="Plus Jakarta Sans"/>
                <a:hlinkClick r:id="rId4">
                  <a:extLst>
                    <a:ext uri="{A12FA001-AC4F-418D-AE19-62706E023703}">
                      <ahyp:hlinkClr val="tx"/>
                    </a:ext>
                  </a:extLst>
                </a:hlinkClick>
              </a:rPr>
              <a:t>brand guidelines</a:t>
            </a:r>
            <a:r>
              <a:rPr lang="en">
                <a:latin typeface="Plus Jakarta Sans"/>
                <a:ea typeface="Plus Jakarta Sans"/>
                <a:cs typeface="Plus Jakarta Sans"/>
                <a:sym typeface="Plus Jakarta Sans"/>
              </a:rPr>
              <a:t> </a:t>
            </a:r>
            <a:r>
              <a:rPr lang="en">
                <a:latin typeface="Plus Jakarta Sans"/>
                <a:ea typeface="Plus Jakarta Sans"/>
                <a:cs typeface="Plus Jakarta Sans"/>
                <a:sym typeface="Plus Jakarta Sans"/>
                <a:extLst>
                  <a:ext uri="http://customooxmlschemas.google.com/">
                    <go:slidesCustomData xmlns:go="http://customooxmlschemas.google.com/" textRoundtripDataId="1"/>
                  </a:ext>
                </a:extLst>
              </a:rPr>
              <a:t>to justify your choice.</a:t>
            </a:r>
            <a:endParaRPr>
              <a:latin typeface="Plus Jakarta Sans"/>
              <a:ea typeface="Plus Jakarta Sans"/>
              <a:cs typeface="Plus Jakarta Sans"/>
              <a:sym typeface="Plus Jakarta Sans"/>
            </a:endParaRPr>
          </a:p>
        </p:txBody>
      </p:sp>
      <p:sp>
        <p:nvSpPr>
          <p:cNvPr descr="[Add screenshot of your hero image on your landing page here]" id="166" name="Google Shape;166;g33d9fc40065_0_510"/>
          <p:cNvSpPr/>
          <p:nvPr/>
        </p:nvSpPr>
        <p:spPr>
          <a:xfrm>
            <a:off x="0" y="2248950"/>
            <a:ext cx="9144000" cy="47076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Plus Jakarta Sans"/>
                <a:ea typeface="Plus Jakarta Sans"/>
                <a:cs typeface="Plus Jakarta Sans"/>
                <a:sym typeface="Plus Jakarta Sans"/>
              </a:rPr>
              <a:t>[Add screenshot of your hero image on your landing page here]</a:t>
            </a:r>
            <a:endParaRPr b="0" i="0" sz="1400" u="none" cap="none" strike="noStrike">
              <a:solidFill>
                <a:srgbClr val="000000"/>
              </a:solidFill>
              <a:latin typeface="Plus Jakarta Sans"/>
              <a:ea typeface="Plus Jakarta Sans"/>
              <a:cs typeface="Plus Jakarta Sans"/>
              <a:sym typeface="Plus Jakarta Sans"/>
            </a:endParaRPr>
          </a:p>
        </p:txBody>
      </p:sp>
      <p:sp>
        <p:nvSpPr>
          <p:cNvPr descr="charity: water logo" id="167" name="Google Shape;167;g33d9fc40065_0_510"/>
          <p:cNvSpPr txBox="1"/>
          <p:nvPr/>
        </p:nvSpPr>
        <p:spPr>
          <a:xfrm rot="-5400000">
            <a:off x="-1346100" y="1411500"/>
            <a:ext cx="3000000" cy="3078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800"/>
              <a:buFont typeface="Arial"/>
              <a:buNone/>
            </a:pPr>
            <a:r>
              <a:rPr b="0" i="0" lang="en" sz="800" u="none" cap="none" strike="noStrike">
                <a:solidFill>
                  <a:srgbClr val="000000"/>
                </a:solidFill>
                <a:latin typeface="Plus Jakarta Sans"/>
                <a:ea typeface="Plus Jakarta Sans"/>
                <a:cs typeface="Plus Jakarta Sans"/>
                <a:sym typeface="Plus Jakarta Sans"/>
              </a:rPr>
              <a:t>charity: water</a:t>
            </a:r>
            <a:endParaRPr b="0" i="0" sz="800" u="none" cap="none" strike="noStrike">
              <a:solidFill>
                <a:srgbClr val="000000"/>
              </a:solidFill>
              <a:latin typeface="Plus Jakarta Sans"/>
              <a:ea typeface="Plus Jakarta Sans"/>
              <a:cs typeface="Plus Jakarta Sans"/>
              <a:sym typeface="Plus Jakarta Sans"/>
            </a:endParaRPr>
          </a:p>
        </p:txBody>
      </p:sp>
      <p:pic>
        <p:nvPicPr>
          <p:cNvPr id="168" name="Google Shape;168;g33d9fc40065_0_510"/>
          <p:cNvPicPr preferRelativeResize="0"/>
          <p:nvPr/>
        </p:nvPicPr>
        <p:blipFill rotWithShape="1">
          <a:blip r:embed="rId5">
            <a:alphaModFix/>
          </a:blip>
          <a:srcRect b="0" l="0" r="0" t="0"/>
          <a:stretch/>
        </p:blipFill>
        <p:spPr>
          <a:xfrm>
            <a:off x="118337" y="204381"/>
            <a:ext cx="121025" cy="17030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2" name="Shape 172"/>
        <p:cNvGrpSpPr/>
        <p:nvPr/>
      </p:nvGrpSpPr>
      <p:grpSpPr>
        <a:xfrm>
          <a:off x="0" y="0"/>
          <a:ext cx="0" cy="0"/>
          <a:chOff x="0" y="0"/>
          <a:chExt cx="0" cy="0"/>
        </a:xfrm>
      </p:grpSpPr>
      <p:sp>
        <p:nvSpPr>
          <p:cNvPr id="173" name="Google Shape;173;g33d9fc40065_0_673"/>
          <p:cNvSpPr txBox="1"/>
          <p:nvPr/>
        </p:nvSpPr>
        <p:spPr>
          <a:xfrm>
            <a:off x="311700" y="346175"/>
            <a:ext cx="8520600" cy="626100"/>
          </a:xfrm>
          <a:prstGeom prst="rect">
            <a:avLst/>
          </a:prstGeom>
          <a:noFill/>
          <a:ln>
            <a:noFill/>
          </a:ln>
        </p:spPr>
        <p:txBody>
          <a:bodyPr anchorCtr="0" anchor="t" bIns="91425" lIns="91425" spcFirstLastPara="1" rIns="91425" wrap="square" tIns="91425">
            <a:normAutofit/>
          </a:bodyPr>
          <a:lstStyle/>
          <a:p>
            <a:pPr indent="0" lvl="0" marL="0" marR="0" rtl="0" algn="l">
              <a:lnSpc>
                <a:spcPct val="90000"/>
              </a:lnSpc>
              <a:spcBef>
                <a:spcPts val="0"/>
              </a:spcBef>
              <a:spcAft>
                <a:spcPts val="0"/>
              </a:spcAft>
              <a:buClr>
                <a:srgbClr val="000000"/>
              </a:buClr>
              <a:buSzPts val="3000"/>
              <a:buFont typeface="Arial"/>
              <a:buNone/>
            </a:pPr>
            <a:r>
              <a:rPr b="0" i="0" lang="en" sz="2600" u="none" cap="none" strike="noStrike">
                <a:solidFill>
                  <a:srgbClr val="1E2D31"/>
                </a:solidFill>
                <a:latin typeface="Plus Jakarta Sans ExtraBold"/>
                <a:ea typeface="Plus Jakarta Sans ExtraBold"/>
                <a:cs typeface="Plus Jakarta Sans ExtraBold"/>
                <a:sym typeface="Plus Jakarta Sans ExtraBold"/>
              </a:rPr>
              <a:t>Instructions - Landing Page</a:t>
            </a:r>
            <a:endParaRPr b="0" i="0" sz="2600" u="none" cap="none" strike="noStrike">
              <a:solidFill>
                <a:srgbClr val="1E2D31"/>
              </a:solidFill>
              <a:latin typeface="Plus Jakarta Sans ExtraBold"/>
              <a:ea typeface="Plus Jakarta Sans ExtraBold"/>
              <a:cs typeface="Plus Jakarta Sans ExtraBold"/>
              <a:sym typeface="Plus Jakarta Sans ExtraBold"/>
            </a:endParaRPr>
          </a:p>
        </p:txBody>
      </p:sp>
      <p:sp>
        <p:nvSpPr>
          <p:cNvPr id="174" name="Google Shape;174;g33d9fc40065_0_673"/>
          <p:cNvSpPr txBox="1"/>
          <p:nvPr/>
        </p:nvSpPr>
        <p:spPr>
          <a:xfrm>
            <a:off x="342950" y="910175"/>
            <a:ext cx="8713500" cy="3811500"/>
          </a:xfrm>
          <a:prstGeom prst="rect">
            <a:avLst/>
          </a:prstGeom>
          <a:noFill/>
          <a:ln>
            <a:noFill/>
          </a:ln>
        </p:spPr>
        <p:txBody>
          <a:bodyPr anchorCtr="0" anchor="t" bIns="91425" lIns="91425" spcFirstLastPara="1" rIns="91425" wrap="square" tIns="91425">
            <a:noAutofit/>
          </a:bodyPr>
          <a:lstStyle/>
          <a:p>
            <a:pPr indent="-317500" lvl="0" marL="457200" marR="0" rtl="0" algn="l">
              <a:lnSpc>
                <a:spcPct val="115000"/>
              </a:lnSpc>
              <a:spcBef>
                <a:spcPts val="0"/>
              </a:spcBef>
              <a:spcAft>
                <a:spcPts val="0"/>
              </a:spcAft>
              <a:buClr>
                <a:srgbClr val="000000"/>
              </a:buClr>
              <a:buSzPts val="1400"/>
              <a:buFont typeface="Plus Jakarta Sans"/>
              <a:buChar char="●"/>
            </a:pPr>
            <a:r>
              <a:rPr b="1" i="0" lang="en" sz="1400" u="none" cap="none" strike="noStrike">
                <a:solidFill>
                  <a:srgbClr val="1E2D31"/>
                </a:solidFill>
                <a:highlight>
                  <a:srgbClr val="FECE00"/>
                </a:highlight>
                <a:latin typeface="Plus Jakarta Sans"/>
                <a:ea typeface="Plus Jakarta Sans"/>
                <a:cs typeface="Plus Jakarta Sans"/>
                <a:sym typeface="Plus Jakarta Sans"/>
              </a:rPr>
              <a:t>Review:</a:t>
            </a:r>
            <a:r>
              <a:rPr b="1" i="0" lang="en" sz="1400" u="none" cap="none" strike="noStrike">
                <a:solidFill>
                  <a:srgbClr val="1E2D31"/>
                </a:solidFill>
                <a:latin typeface="Plus Jakarta Sans"/>
                <a:ea typeface="Plus Jakarta Sans"/>
                <a:cs typeface="Plus Jakarta Sans"/>
                <a:sym typeface="Plus Jakarta Sans"/>
              </a:rPr>
              <a:t> </a:t>
            </a:r>
            <a:r>
              <a:rPr b="0" i="0" lang="en" sz="1400" u="none" cap="none" strike="noStrike">
                <a:solidFill>
                  <a:srgbClr val="1E2D31"/>
                </a:solidFill>
                <a:latin typeface="Plus Jakarta Sans"/>
                <a:ea typeface="Plus Jakarta Sans"/>
                <a:cs typeface="Plus Jakarta Sans"/>
                <a:sym typeface="Plus Jakarta Sans"/>
              </a:rPr>
              <a:t>All the work you did in the previous slides. Now you get to take your understanding of your customer persona, the brand voice and visuals, and bring it all together in a new landing page </a:t>
            </a:r>
            <a:r>
              <a:rPr b="0" i="0" lang="en" sz="1400" u="none" cap="none" strike="noStrike">
                <a:solidFill>
                  <a:schemeClr val="dk1"/>
                </a:solidFill>
                <a:latin typeface="Plus Jakarta Sans"/>
                <a:ea typeface="Plus Jakarta Sans"/>
                <a:cs typeface="Plus Jakarta Sans"/>
                <a:sym typeface="Plus Jakarta Sans"/>
              </a:rPr>
              <a:t>that educates and engages college students about the global water crisis, inspiring them to take action through donations. Reference the </a:t>
            </a:r>
            <a:r>
              <a:rPr b="0" i="0" lang="en" sz="1400" u="sng" cap="none" strike="noStrike">
                <a:solidFill>
                  <a:schemeClr val="accent5"/>
                </a:solidFill>
                <a:latin typeface="Plus Jakarta Sans"/>
                <a:ea typeface="Plus Jakarta Sans"/>
                <a:cs typeface="Plus Jakarta Sans"/>
                <a:sym typeface="Plus Jakarta Sans"/>
                <a:hlinkClick r:id="rId3">
                  <a:extLst>
                    <a:ext uri="{A12FA001-AC4F-418D-AE19-62706E023703}">
                      <ahyp:hlinkClr val="tx"/>
                    </a:ext>
                  </a:extLst>
                </a:hlinkClick>
              </a:rPr>
              <a:t>campaign brief </a:t>
            </a:r>
            <a:r>
              <a:rPr b="0" i="0" lang="en" sz="1400" u="none" cap="none" strike="noStrike">
                <a:solidFill>
                  <a:schemeClr val="dk1"/>
                </a:solidFill>
                <a:latin typeface="Plus Jakarta Sans"/>
                <a:ea typeface="Plus Jakarta Sans"/>
                <a:cs typeface="Plus Jakarta Sans"/>
                <a:sym typeface="Plus Jakarta Sans"/>
              </a:rPr>
              <a:t>as needed. </a:t>
            </a:r>
            <a:endParaRPr b="0" i="0" sz="1400" u="none" cap="none" strike="noStrike">
              <a:solidFill>
                <a:schemeClr val="dk1"/>
              </a:solidFill>
              <a:latin typeface="Plus Jakarta Sans"/>
              <a:ea typeface="Plus Jakarta Sans"/>
              <a:cs typeface="Plus Jakarta Sans"/>
              <a:sym typeface="Plus Jakarta Sans"/>
            </a:endParaRPr>
          </a:p>
          <a:p>
            <a:pPr indent="0" lvl="0" marL="457200" marR="0" rtl="0" algn="l">
              <a:lnSpc>
                <a:spcPct val="115000"/>
              </a:lnSpc>
              <a:spcBef>
                <a:spcPts val="0"/>
              </a:spcBef>
              <a:spcAft>
                <a:spcPts val="0"/>
              </a:spcAft>
              <a:buClr>
                <a:srgbClr val="000000"/>
              </a:buClr>
              <a:buSzPts val="1200"/>
              <a:buFont typeface="Arial"/>
              <a:buNone/>
            </a:pPr>
            <a:r>
              <a:rPr b="0" i="0" lang="en" sz="1400" u="none" cap="none" strike="noStrike">
                <a:solidFill>
                  <a:schemeClr val="dk1"/>
                </a:solidFill>
                <a:latin typeface="Plus Jakarta Sans"/>
                <a:ea typeface="Plus Jakarta Sans"/>
                <a:cs typeface="Plus Jakarta Sans"/>
                <a:sym typeface="Plus Jakarta Sans"/>
              </a:rPr>
              <a:t>Remember, your landing page should have:</a:t>
            </a:r>
            <a:endParaRPr b="0" i="0" sz="1400" u="none" cap="none" strike="noStrike">
              <a:solidFill>
                <a:schemeClr val="dk1"/>
              </a:solidFill>
              <a:latin typeface="Plus Jakarta Sans"/>
              <a:ea typeface="Plus Jakarta Sans"/>
              <a:cs typeface="Plus Jakarta Sans"/>
              <a:sym typeface="Plus Jakarta Sans"/>
            </a:endParaRPr>
          </a:p>
          <a:p>
            <a:pPr indent="-317500" lvl="0" marL="914400" marR="0" rtl="0" algn="l">
              <a:lnSpc>
                <a:spcPct val="115000"/>
              </a:lnSpc>
              <a:spcBef>
                <a:spcPts val="0"/>
              </a:spcBef>
              <a:spcAft>
                <a:spcPts val="0"/>
              </a:spcAft>
              <a:buClr>
                <a:schemeClr val="dk1"/>
              </a:buClr>
              <a:buSzPts val="1400"/>
              <a:buFont typeface="Helvetica Neue"/>
              <a:buChar char="●"/>
            </a:pPr>
            <a:r>
              <a:rPr b="1" i="0" lang="en" sz="1400" u="none" cap="none" strike="noStrike">
                <a:solidFill>
                  <a:schemeClr val="dk1"/>
                </a:solidFill>
                <a:latin typeface="Plus Jakarta Sans"/>
                <a:ea typeface="Plus Jakarta Sans"/>
                <a:cs typeface="Plus Jakarta Sans"/>
                <a:sym typeface="Plus Jakarta Sans"/>
              </a:rPr>
              <a:t>Eye-Catching, On-Brand Visuals</a:t>
            </a:r>
            <a:r>
              <a:rPr b="0" i="0" lang="en" sz="1400" u="none" cap="none" strike="noStrike">
                <a:solidFill>
                  <a:schemeClr val="dk1"/>
                </a:solidFill>
                <a:latin typeface="Plus Jakarta Sans"/>
                <a:ea typeface="Plus Jakarta Sans"/>
                <a:cs typeface="Plus Jakarta Sans"/>
                <a:sym typeface="Plus Jakarta Sans"/>
              </a:rPr>
              <a:t>: Bold imagery and/or impactful videos that tell a story</a:t>
            </a:r>
            <a:endParaRPr b="0" i="0" sz="1400" u="none" cap="none" strike="noStrike">
              <a:solidFill>
                <a:schemeClr val="dk1"/>
              </a:solidFill>
              <a:latin typeface="Plus Jakarta Sans"/>
              <a:ea typeface="Plus Jakarta Sans"/>
              <a:cs typeface="Plus Jakarta Sans"/>
              <a:sym typeface="Plus Jakarta Sans"/>
            </a:endParaRPr>
          </a:p>
          <a:p>
            <a:pPr indent="-317500" lvl="0" marL="914400" marR="0" rtl="0" algn="l">
              <a:lnSpc>
                <a:spcPct val="115000"/>
              </a:lnSpc>
              <a:spcBef>
                <a:spcPts val="0"/>
              </a:spcBef>
              <a:spcAft>
                <a:spcPts val="0"/>
              </a:spcAft>
              <a:buClr>
                <a:schemeClr val="dk1"/>
              </a:buClr>
              <a:buSzPts val="1400"/>
              <a:buFont typeface="Helvetica Neue"/>
              <a:buChar char="●"/>
            </a:pPr>
            <a:r>
              <a:rPr b="1" i="0" lang="en" sz="1400" u="none" cap="none" strike="noStrike">
                <a:solidFill>
                  <a:schemeClr val="dk1"/>
                </a:solidFill>
                <a:latin typeface="Plus Jakarta Sans"/>
                <a:ea typeface="Plus Jakarta Sans"/>
                <a:cs typeface="Plus Jakarta Sans"/>
                <a:sym typeface="Plus Jakarta Sans"/>
              </a:rPr>
              <a:t>Relatable Messaging:</a:t>
            </a:r>
            <a:r>
              <a:rPr b="0" i="0" lang="en" sz="1400" u="none" cap="none" strike="noStrike">
                <a:solidFill>
                  <a:schemeClr val="dk1"/>
                </a:solidFill>
                <a:latin typeface="Plus Jakarta Sans"/>
                <a:ea typeface="Plus Jakarta Sans"/>
                <a:cs typeface="Plus Jakarta Sans"/>
                <a:sym typeface="Plus Jakarta Sans"/>
              </a:rPr>
              <a:t> Copy that speaks to what your target audience cares about</a:t>
            </a:r>
            <a:endParaRPr b="0" i="0" sz="1400" u="none" cap="none" strike="noStrike">
              <a:solidFill>
                <a:schemeClr val="dk1"/>
              </a:solidFill>
              <a:latin typeface="Plus Jakarta Sans"/>
              <a:ea typeface="Plus Jakarta Sans"/>
              <a:cs typeface="Plus Jakarta Sans"/>
              <a:sym typeface="Plus Jakarta Sans"/>
            </a:endParaRPr>
          </a:p>
          <a:p>
            <a:pPr indent="-317500" lvl="0" marL="914400" marR="0" rtl="0" algn="l">
              <a:lnSpc>
                <a:spcPct val="115000"/>
              </a:lnSpc>
              <a:spcBef>
                <a:spcPts val="0"/>
              </a:spcBef>
              <a:spcAft>
                <a:spcPts val="0"/>
              </a:spcAft>
              <a:buClr>
                <a:schemeClr val="dk1"/>
              </a:buClr>
              <a:buSzPts val="1400"/>
              <a:buFont typeface="Helvetica Neue"/>
              <a:buChar char="●"/>
            </a:pPr>
            <a:r>
              <a:rPr b="1" i="0" lang="en" sz="1400" u="none" cap="none" strike="noStrike">
                <a:solidFill>
                  <a:schemeClr val="dk1"/>
                </a:solidFill>
                <a:latin typeface="Plus Jakarta Sans"/>
                <a:ea typeface="Plus Jakarta Sans"/>
                <a:cs typeface="Plus Jakarta Sans"/>
                <a:sym typeface="Plus Jakarta Sans"/>
              </a:rPr>
              <a:t>Strong Call-to-Action button:</a:t>
            </a:r>
            <a:r>
              <a:rPr b="0" i="0" lang="en" sz="1400" u="none" cap="none" strike="noStrike">
                <a:solidFill>
                  <a:schemeClr val="dk1"/>
                </a:solidFill>
                <a:latin typeface="Plus Jakarta Sans"/>
                <a:ea typeface="Plus Jakarta Sans"/>
                <a:cs typeface="Plus Jakarta Sans"/>
                <a:sym typeface="Plus Jakarta Sans"/>
              </a:rPr>
              <a:t> Inspiring your audience to donate to the cause.</a:t>
            </a:r>
            <a:endParaRPr b="0" i="0" sz="1400" u="none" cap="none" strike="noStrike">
              <a:solidFill>
                <a:schemeClr val="dk1"/>
              </a:solidFill>
              <a:latin typeface="Plus Jakarta Sans"/>
              <a:ea typeface="Plus Jakarta Sans"/>
              <a:cs typeface="Plus Jakarta Sans"/>
              <a:sym typeface="Plus Jakarta Sans"/>
            </a:endParaRPr>
          </a:p>
          <a:p>
            <a:pPr indent="0" lvl="0" marL="457200" marR="0" rtl="0" algn="l">
              <a:lnSpc>
                <a:spcPct val="115000"/>
              </a:lnSpc>
              <a:spcBef>
                <a:spcPts val="0"/>
              </a:spcBef>
              <a:spcAft>
                <a:spcPts val="0"/>
              </a:spcAft>
              <a:buClr>
                <a:srgbClr val="000000"/>
              </a:buClr>
              <a:buSzPts val="1400"/>
              <a:buFont typeface="Arial"/>
              <a:buNone/>
            </a:pPr>
            <a:r>
              <a:t/>
            </a:r>
            <a:endParaRPr b="0" i="0" sz="1400" u="none" cap="none" strike="noStrike">
              <a:solidFill>
                <a:schemeClr val="dk1"/>
              </a:solidFill>
              <a:latin typeface="Plus Jakarta Sans"/>
              <a:ea typeface="Plus Jakarta Sans"/>
              <a:cs typeface="Plus Jakarta Sans"/>
              <a:sym typeface="Plus Jakarta Sans"/>
            </a:endParaRPr>
          </a:p>
          <a:p>
            <a:pPr indent="-317500" lvl="0" marL="457200" marR="0" rtl="0" algn="l">
              <a:lnSpc>
                <a:spcPct val="115000"/>
              </a:lnSpc>
              <a:spcBef>
                <a:spcPts val="0"/>
              </a:spcBef>
              <a:spcAft>
                <a:spcPts val="0"/>
              </a:spcAft>
              <a:buClr>
                <a:schemeClr val="dk1"/>
              </a:buClr>
              <a:buSzPts val="1400"/>
              <a:buFont typeface="Plus Jakarta Sans"/>
              <a:buChar char="●"/>
            </a:pPr>
            <a:r>
              <a:rPr b="1" i="0" lang="en" sz="1400" u="none" cap="none" strike="noStrike">
                <a:solidFill>
                  <a:srgbClr val="1E2D31"/>
                </a:solidFill>
                <a:highlight>
                  <a:srgbClr val="FECE00"/>
                </a:highlight>
                <a:latin typeface="Plus Jakarta Sans"/>
                <a:ea typeface="Plus Jakarta Sans"/>
                <a:cs typeface="Plus Jakarta Sans"/>
                <a:sym typeface="Plus Jakarta Sans"/>
              </a:rPr>
              <a:t>Design:</a:t>
            </a:r>
            <a:r>
              <a:rPr b="1" i="0" lang="en" sz="1400" u="none" cap="none" strike="noStrike">
                <a:solidFill>
                  <a:srgbClr val="1E2D31"/>
                </a:solidFill>
                <a:latin typeface="Plus Jakarta Sans"/>
                <a:ea typeface="Plus Jakarta Sans"/>
                <a:cs typeface="Plus Jakarta Sans"/>
                <a:sym typeface="Plus Jakarta Sans"/>
              </a:rPr>
              <a:t> </a:t>
            </a:r>
            <a:r>
              <a:rPr b="0" i="0" lang="en" sz="1400" u="none" cap="none" strike="noStrike">
                <a:solidFill>
                  <a:srgbClr val="1E2D31"/>
                </a:solidFill>
                <a:latin typeface="Plus Jakarta Sans"/>
                <a:ea typeface="Plus Jakarta Sans"/>
                <a:cs typeface="Plus Jakarta Sans"/>
                <a:sym typeface="Plus Jakarta Sans"/>
              </a:rPr>
              <a:t>Using the work you did on the previous slides to update </a:t>
            </a:r>
            <a:r>
              <a:rPr b="0" i="0" lang="en" sz="1400" u="sng" cap="none" strike="noStrike">
                <a:solidFill>
                  <a:schemeClr val="hlink"/>
                </a:solidFill>
                <a:latin typeface="Plus Jakarta Sans"/>
                <a:ea typeface="Plus Jakarta Sans"/>
                <a:cs typeface="Plus Jakarta Sans"/>
                <a:sym typeface="Plus Jakarta Sans"/>
                <a:hlinkClick r:id="rId4"/>
                <a:extLst>
                  <a:ext uri="http://customooxmlschemas.google.com/">
                    <go:slidesCustomData xmlns:go="http://customooxmlschemas.google.com/" textRoundtripDataId="2"/>
                  </a:ext>
                </a:extLst>
              </a:rPr>
              <a:t>this landing page template</a:t>
            </a:r>
            <a:r>
              <a:rPr b="0" i="0" lang="en" sz="1400" u="none" cap="none" strike="noStrike">
                <a:solidFill>
                  <a:srgbClr val="1E2D31"/>
                </a:solidFill>
                <a:latin typeface="Plus Jakarta Sans"/>
                <a:ea typeface="Plus Jakarta Sans"/>
                <a:cs typeface="Plus Jakarta Sans"/>
                <a:sym typeface="Plus Jakarta Sans"/>
              </a:rPr>
              <a:t> on Canva. </a:t>
            </a:r>
            <a:r>
              <a:rPr b="1" i="0" lang="en" sz="1400" u="none" cap="none" strike="noStrike">
                <a:solidFill>
                  <a:srgbClr val="1E2D31"/>
                </a:solidFill>
                <a:latin typeface="Plus Jakarta Sans"/>
                <a:ea typeface="Plus Jakarta Sans"/>
                <a:cs typeface="Plus Jakarta Sans"/>
                <a:sym typeface="Plus Jakarta Sans"/>
              </a:rPr>
              <a:t>It should include a headline, a logo in the header, </a:t>
            </a:r>
            <a:r>
              <a:rPr b="1" i="0" lang="en" sz="1400" u="none" cap="none" strike="noStrike">
                <a:solidFill>
                  <a:srgbClr val="1E2D31"/>
                </a:solidFill>
                <a:latin typeface="Plus Jakarta Sans"/>
                <a:ea typeface="Plus Jakarta Sans"/>
                <a:cs typeface="Plus Jakarta Sans"/>
                <a:sym typeface="Plus Jakarta Sans"/>
                <a:extLst>
                  <a:ext uri="http://customooxmlschemas.google.com/">
                    <go:slidesCustomData xmlns:go="http://customooxmlschemas.google.com/" textRoundtripDataId="3"/>
                  </a:ext>
                </a:extLst>
              </a:rPr>
              <a:t>an updated CTA</a:t>
            </a:r>
            <a:r>
              <a:rPr b="1" i="0" lang="en" sz="1400" u="none" cap="none" strike="noStrike">
                <a:solidFill>
                  <a:srgbClr val="1E2D31"/>
                </a:solidFill>
                <a:latin typeface="Plus Jakarta Sans"/>
                <a:ea typeface="Plus Jakarta Sans"/>
                <a:cs typeface="Plus Jakarta Sans"/>
                <a:sym typeface="Plus Jakarta Sans"/>
              </a:rPr>
              <a:t> button and on-brand </a:t>
            </a:r>
            <a:r>
              <a:rPr b="1" i="0" lang="en" sz="1400" u="sng" cap="none" strike="noStrike">
                <a:solidFill>
                  <a:schemeClr val="hlink"/>
                </a:solidFill>
                <a:latin typeface="Plus Jakarta Sans"/>
                <a:ea typeface="Plus Jakarta Sans"/>
                <a:cs typeface="Plus Jakarta Sans"/>
                <a:sym typeface="Plus Jakarta Sans"/>
                <a:hlinkClick r:id="rId5"/>
              </a:rPr>
              <a:t>visuals</a:t>
            </a:r>
            <a:r>
              <a:rPr b="1" i="0" lang="en" sz="1400" u="none" cap="none" strike="noStrike">
                <a:solidFill>
                  <a:srgbClr val="1E2D31"/>
                </a:solidFill>
                <a:latin typeface="Plus Jakarta Sans"/>
                <a:ea typeface="Plus Jakarta Sans"/>
                <a:cs typeface="Plus Jakarta Sans"/>
                <a:sym typeface="Plus Jakarta Sans"/>
              </a:rPr>
              <a:t> and </a:t>
            </a:r>
            <a:r>
              <a:rPr b="1" i="0" lang="en" sz="1400" u="sng" cap="none" strike="noStrike">
                <a:solidFill>
                  <a:schemeClr val="hlink"/>
                </a:solidFill>
                <a:latin typeface="Plus Jakarta Sans"/>
                <a:ea typeface="Plus Jakarta Sans"/>
                <a:cs typeface="Plus Jakarta Sans"/>
                <a:sym typeface="Plus Jakarta Sans"/>
                <a:hlinkClick r:id="rId6"/>
              </a:rPr>
              <a:t>colors.</a:t>
            </a:r>
            <a:r>
              <a:rPr b="1" i="0" lang="en" sz="1400" u="none" cap="none" strike="noStrike">
                <a:solidFill>
                  <a:srgbClr val="1E2D31"/>
                </a:solidFill>
                <a:latin typeface="Plus Jakarta Sans"/>
                <a:ea typeface="Plus Jakarta Sans"/>
                <a:cs typeface="Plus Jakarta Sans"/>
                <a:sym typeface="Plus Jakarta Sans"/>
              </a:rPr>
              <a:t> </a:t>
            </a:r>
            <a:r>
              <a:rPr b="0" i="0" lang="en" sz="1400" u="none" cap="none" strike="noStrike">
                <a:solidFill>
                  <a:srgbClr val="1E2D31"/>
                </a:solidFill>
                <a:latin typeface="Plus Jakarta Sans"/>
                <a:ea typeface="Plus Jakarta Sans"/>
                <a:cs typeface="Plus Jakarta Sans"/>
                <a:sym typeface="Plus Jakarta Sans"/>
              </a:rPr>
              <a:t>You only need to update the 1st slide in the canva landing page template.</a:t>
            </a:r>
            <a:endParaRPr b="0" i="0" sz="1400" u="none" cap="none" strike="noStrike">
              <a:solidFill>
                <a:srgbClr val="1E2D31"/>
              </a:solidFill>
              <a:latin typeface="Plus Jakarta Sans"/>
              <a:ea typeface="Plus Jakarta Sans"/>
              <a:cs typeface="Plus Jakarta Sans"/>
              <a:sym typeface="Plus Jakarta Sans"/>
            </a:endParaRPr>
          </a:p>
          <a:p>
            <a:pPr indent="0" lvl="0" marL="457200" marR="0" rtl="0" algn="l">
              <a:lnSpc>
                <a:spcPct val="115000"/>
              </a:lnSpc>
              <a:spcBef>
                <a:spcPts val="0"/>
              </a:spcBef>
              <a:spcAft>
                <a:spcPts val="0"/>
              </a:spcAft>
              <a:buClr>
                <a:srgbClr val="000000"/>
              </a:buClr>
              <a:buSzPts val="1400"/>
              <a:buFont typeface="Arial"/>
              <a:buNone/>
            </a:pPr>
            <a:r>
              <a:t/>
            </a:r>
            <a:endParaRPr b="0" i="0" sz="1400" u="none" cap="none" strike="noStrike">
              <a:solidFill>
                <a:srgbClr val="1E2D31"/>
              </a:solidFill>
              <a:latin typeface="Plus Jakarta Sans"/>
              <a:ea typeface="Plus Jakarta Sans"/>
              <a:cs typeface="Plus Jakarta Sans"/>
              <a:sym typeface="Plus Jakarta Sans"/>
            </a:endParaRPr>
          </a:p>
          <a:p>
            <a:pPr indent="-317500" lvl="0" marL="457200" marR="0" rtl="0" algn="l">
              <a:lnSpc>
                <a:spcPct val="115000"/>
              </a:lnSpc>
              <a:spcBef>
                <a:spcPts val="0"/>
              </a:spcBef>
              <a:spcAft>
                <a:spcPts val="0"/>
              </a:spcAft>
              <a:buClr>
                <a:schemeClr val="dk1"/>
              </a:buClr>
              <a:buSzPts val="1400"/>
              <a:buFont typeface="Plus Jakarta Sans"/>
              <a:buChar char="●"/>
            </a:pPr>
            <a:r>
              <a:rPr b="1" i="0" lang="en" sz="1400" u="none" cap="none" strike="noStrike">
                <a:solidFill>
                  <a:srgbClr val="1E2D31"/>
                </a:solidFill>
                <a:highlight>
                  <a:srgbClr val="FECE00"/>
                </a:highlight>
                <a:latin typeface="Plus Jakarta Sans"/>
                <a:ea typeface="Plus Jakarta Sans"/>
                <a:cs typeface="Plus Jakarta Sans"/>
                <a:sym typeface="Plus Jakarta Sans"/>
              </a:rPr>
              <a:t>Add a screenshot</a:t>
            </a:r>
            <a:r>
              <a:rPr b="1" i="0" lang="en" sz="1400" u="none" cap="none" strike="noStrike">
                <a:solidFill>
                  <a:srgbClr val="1E2D31"/>
                </a:solidFill>
                <a:latin typeface="Plus Jakarta Sans"/>
                <a:ea typeface="Plus Jakarta Sans"/>
                <a:cs typeface="Plus Jakarta Sans"/>
                <a:sym typeface="Plus Jakarta Sans"/>
              </a:rPr>
              <a:t> </a:t>
            </a:r>
            <a:r>
              <a:rPr b="0" i="0" lang="en" sz="1400" u="none" cap="none" strike="noStrike">
                <a:solidFill>
                  <a:srgbClr val="1E2D31"/>
                </a:solidFill>
                <a:latin typeface="Plus Jakarta Sans"/>
                <a:ea typeface="Plus Jakarta Sans"/>
                <a:cs typeface="Plus Jakarta Sans"/>
                <a:sym typeface="Plus Jakarta Sans"/>
              </a:rPr>
              <a:t>of your landing page in the next slide. Then, write 2</a:t>
            </a:r>
            <a:r>
              <a:rPr lang="en">
                <a:solidFill>
                  <a:srgbClr val="1E2D31"/>
                </a:solidFill>
                <a:latin typeface="Plus Jakarta Sans"/>
                <a:ea typeface="Plus Jakarta Sans"/>
                <a:cs typeface="Plus Jakarta Sans"/>
                <a:sym typeface="Plus Jakarta Sans"/>
              </a:rPr>
              <a:t>-3 </a:t>
            </a:r>
            <a:r>
              <a:rPr b="0" i="0" lang="en" sz="1400" u="none" cap="none" strike="noStrike">
                <a:solidFill>
                  <a:srgbClr val="1E2D31"/>
                </a:solidFill>
                <a:latin typeface="Plus Jakarta Sans"/>
                <a:ea typeface="Plus Jakarta Sans"/>
                <a:cs typeface="Plus Jakarta Sans"/>
                <a:sym typeface="Plus Jakarta Sans"/>
              </a:rPr>
              <a:t>sentences to explain why you believe your landing page will appeal to your chosen customer persona. </a:t>
            </a:r>
            <a:endParaRPr b="1" i="0" sz="1400" u="none" cap="none" strike="noStrike">
              <a:solidFill>
                <a:srgbClr val="1E2D31"/>
              </a:solidFill>
              <a:highlight>
                <a:srgbClr val="F6CD4C"/>
              </a:highlight>
              <a:latin typeface="Plus Jakarta Sans"/>
              <a:ea typeface="Plus Jakarta Sans"/>
              <a:cs typeface="Plus Jakarta Sans"/>
              <a:sym typeface="Plus Jakarta Sans"/>
            </a:endParaRPr>
          </a:p>
        </p:txBody>
      </p:sp>
      <p:sp>
        <p:nvSpPr>
          <p:cNvPr id="175" name="Google Shape;175;g33d9fc40065_0_673"/>
          <p:cNvSpPr/>
          <p:nvPr/>
        </p:nvSpPr>
        <p:spPr>
          <a:xfrm>
            <a:off x="-8375" y="4785900"/>
            <a:ext cx="9152400" cy="357600"/>
          </a:xfrm>
          <a:prstGeom prst="rect">
            <a:avLst/>
          </a:prstGeom>
          <a:solidFill>
            <a:srgbClr val="FECE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6" name="Google Shape;176;g33d9fc40065_0_673"/>
          <p:cNvSpPr/>
          <p:nvPr/>
        </p:nvSpPr>
        <p:spPr>
          <a:xfrm>
            <a:off x="-8375" y="-25"/>
            <a:ext cx="9152400" cy="245100"/>
          </a:xfrm>
          <a:prstGeom prst="rect">
            <a:avLst/>
          </a:prstGeom>
          <a:solidFill>
            <a:srgbClr val="D8453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200"/>
              <a:buFont typeface="Arial"/>
              <a:buNone/>
            </a:pPr>
            <a:r>
              <a:rPr b="0" i="0" lang="en" sz="1200" u="none" cap="none" strike="noStrike">
                <a:solidFill>
                  <a:srgbClr val="FFFFFF"/>
                </a:solidFill>
                <a:latin typeface="Plus Jakarta Sans SemiBold"/>
                <a:ea typeface="Plus Jakarta Sans SemiBold"/>
                <a:cs typeface="Plus Jakarta Sans SemiBold"/>
                <a:sym typeface="Plus Jakarta Sans SemiBold"/>
              </a:rPr>
              <a:t>Delete this slide before submitting your presentation.</a:t>
            </a:r>
            <a:endParaRPr b="0" i="0" sz="1200" u="none" cap="none" strike="noStrike">
              <a:solidFill>
                <a:srgbClr val="FFFFFF"/>
              </a:solidFill>
              <a:latin typeface="Plus Jakarta Sans SemiBold"/>
              <a:ea typeface="Plus Jakarta Sans SemiBold"/>
              <a:cs typeface="Plus Jakarta Sans SemiBold"/>
              <a:sym typeface="Plus Jakarta Sans SemiBold"/>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0" name="Shape 180"/>
        <p:cNvGrpSpPr/>
        <p:nvPr/>
      </p:nvGrpSpPr>
      <p:grpSpPr>
        <a:xfrm>
          <a:off x="0" y="0"/>
          <a:ext cx="0" cy="0"/>
          <a:chOff x="0" y="0"/>
          <a:chExt cx="0" cy="0"/>
        </a:xfrm>
      </p:grpSpPr>
      <p:sp>
        <p:nvSpPr>
          <p:cNvPr id="181" name="Google Shape;181;g33d9fc40065_0_680"/>
          <p:cNvSpPr txBox="1"/>
          <p:nvPr/>
        </p:nvSpPr>
        <p:spPr>
          <a:xfrm>
            <a:off x="688875" y="558375"/>
            <a:ext cx="3572400" cy="5850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800"/>
              <a:buFont typeface="Arial"/>
              <a:buNone/>
            </a:pPr>
            <a:r>
              <a:rPr b="0" i="0" lang="en" sz="2600" u="none" cap="none" strike="noStrike">
                <a:solidFill>
                  <a:srgbClr val="1E2D31"/>
                </a:solidFill>
                <a:latin typeface="Plus Jakarta Sans ExtraBold"/>
                <a:ea typeface="Plus Jakarta Sans ExtraBold"/>
                <a:cs typeface="Plus Jakarta Sans ExtraBold"/>
                <a:sym typeface="Plus Jakarta Sans ExtraBold"/>
                <a:extLst>
                  <a:ext uri="http://customooxmlschemas.google.com/">
                    <go:slidesCustomData xmlns:go="http://customooxmlschemas.google.com/" textRoundtripDataId="4"/>
                  </a:ext>
                </a:extLst>
              </a:rPr>
              <a:t>L</a:t>
            </a:r>
            <a:r>
              <a:rPr b="0" i="0" lang="en" sz="2600" u="none" cap="none" strike="noStrike">
                <a:solidFill>
                  <a:srgbClr val="1E2D31"/>
                </a:solidFill>
                <a:latin typeface="Plus Jakarta Sans ExtraBold"/>
                <a:ea typeface="Plus Jakarta Sans ExtraBold"/>
                <a:cs typeface="Plus Jakarta Sans ExtraBold"/>
                <a:sym typeface="Plus Jakarta Sans ExtraBold"/>
              </a:rPr>
              <a:t>anding Page</a:t>
            </a:r>
            <a:endParaRPr b="0" i="0" sz="2600" u="none" cap="none" strike="noStrike">
              <a:solidFill>
                <a:srgbClr val="1E2D31"/>
              </a:solidFill>
              <a:latin typeface="Plus Jakarta Sans ExtraBold"/>
              <a:ea typeface="Plus Jakarta Sans ExtraBold"/>
              <a:cs typeface="Plus Jakarta Sans ExtraBold"/>
              <a:sym typeface="Plus Jakarta Sans ExtraBold"/>
            </a:endParaRPr>
          </a:p>
        </p:txBody>
      </p:sp>
      <p:sp>
        <p:nvSpPr>
          <p:cNvPr id="182" name="Google Shape;182;g33d9fc40065_0_680"/>
          <p:cNvSpPr txBox="1"/>
          <p:nvPr/>
        </p:nvSpPr>
        <p:spPr>
          <a:xfrm>
            <a:off x="688875" y="1385600"/>
            <a:ext cx="2860200" cy="1693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chemeClr val="dk1"/>
              </a:buClr>
              <a:buSzPts val="1400"/>
              <a:buFont typeface="Arial"/>
              <a:buNone/>
            </a:pPr>
            <a:r>
              <a:rPr b="0" i="0" lang="en" sz="1400" u="none" cap="none" strike="noStrike">
                <a:solidFill>
                  <a:schemeClr val="dk2"/>
                </a:solidFill>
                <a:latin typeface="Plus Jakarta Sans"/>
                <a:ea typeface="Plus Jakarta Sans"/>
                <a:cs typeface="Plus Jakarta Sans"/>
                <a:sym typeface="Plus Jakarta Sans"/>
              </a:rPr>
              <a:t>[In 2-3 sentences, explain why you believe this landing page will appeal to your customer persona.]</a:t>
            </a:r>
            <a:endParaRPr b="0" i="0" sz="1400" u="none" cap="none" strike="noStrike">
              <a:solidFill>
                <a:schemeClr val="dk2"/>
              </a:solidFill>
              <a:latin typeface="Plus Jakarta Sans"/>
              <a:ea typeface="Plus Jakarta Sans"/>
              <a:cs typeface="Plus Jakarta Sans"/>
              <a:sym typeface="Plus Jakarta Sans"/>
            </a:endParaRPr>
          </a:p>
          <a:p>
            <a:pPr indent="0" lvl="0" marL="0" marR="0" rtl="0" algn="l">
              <a:lnSpc>
                <a:spcPct val="100000"/>
              </a:lnSpc>
              <a:spcBef>
                <a:spcPts val="0"/>
              </a:spcBef>
              <a:spcAft>
                <a:spcPts val="0"/>
              </a:spcAft>
              <a:buClr>
                <a:schemeClr val="dk1"/>
              </a:buClr>
              <a:buSzPts val="1400"/>
              <a:buFont typeface="Arial"/>
              <a:buNone/>
            </a:pPr>
            <a:r>
              <a:t/>
            </a:r>
            <a:endParaRPr b="0" i="0" sz="1400" u="none" cap="none" strike="noStrike">
              <a:solidFill>
                <a:schemeClr val="dk2"/>
              </a:solidFill>
              <a:latin typeface="Plus Jakarta Sans"/>
              <a:ea typeface="Plus Jakarta Sans"/>
              <a:cs typeface="Plus Jakarta Sans"/>
              <a:sym typeface="Plus Jakarta Sans"/>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2"/>
              </a:solidFill>
              <a:latin typeface="Plus Jakarta Sans"/>
              <a:ea typeface="Plus Jakarta Sans"/>
              <a:cs typeface="Plus Jakarta Sans"/>
              <a:sym typeface="Plus Jakarta Sans"/>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2"/>
              </a:solidFill>
              <a:latin typeface="Plus Jakarta Sans"/>
              <a:ea typeface="Plus Jakarta Sans"/>
              <a:cs typeface="Plus Jakarta Sans"/>
              <a:sym typeface="Plus Jakarta Sans"/>
            </a:endParaRPr>
          </a:p>
        </p:txBody>
      </p:sp>
      <p:sp>
        <p:nvSpPr>
          <p:cNvPr id="183" name="Google Shape;183;g33d9fc40065_0_680"/>
          <p:cNvSpPr/>
          <p:nvPr/>
        </p:nvSpPr>
        <p:spPr>
          <a:xfrm>
            <a:off x="4086675" y="96300"/>
            <a:ext cx="4875900" cy="49965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ctr">
              <a:lnSpc>
                <a:spcPct val="115000"/>
              </a:lnSpc>
              <a:spcBef>
                <a:spcPts val="0"/>
              </a:spcBef>
              <a:spcAft>
                <a:spcPts val="0"/>
              </a:spcAft>
              <a:buClr>
                <a:srgbClr val="000000"/>
              </a:buClr>
              <a:buSzPts val="1200"/>
              <a:buFont typeface="Arial"/>
              <a:buNone/>
            </a:pPr>
            <a:r>
              <a:t/>
            </a:r>
            <a:endParaRPr b="0" i="1" sz="1200" u="none" cap="none" strike="noStrike">
              <a:solidFill>
                <a:srgbClr val="000000"/>
              </a:solidFill>
              <a:latin typeface="Georgia"/>
              <a:ea typeface="Georgia"/>
              <a:cs typeface="Georgia"/>
              <a:sym typeface="Georgia"/>
            </a:endParaRPr>
          </a:p>
        </p:txBody>
      </p:sp>
      <p:sp>
        <p:nvSpPr>
          <p:cNvPr descr="Add a screenshot of your landing page design and delete this one. &#10;" id="184" name="Google Shape;184;g33d9fc40065_0_680"/>
          <p:cNvSpPr/>
          <p:nvPr/>
        </p:nvSpPr>
        <p:spPr>
          <a:xfrm>
            <a:off x="5687775" y="2353600"/>
            <a:ext cx="2062200" cy="678000"/>
          </a:xfrm>
          <a:prstGeom prst="rect">
            <a:avLst/>
          </a:prstGeom>
          <a:solidFill>
            <a:srgbClr val="D8453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100"/>
              <a:buFont typeface="Arial"/>
              <a:buNone/>
            </a:pPr>
            <a:r>
              <a:rPr b="0" i="1" lang="en" sz="1100" u="none" cap="none" strike="noStrike">
                <a:solidFill>
                  <a:srgbClr val="FFFFFF"/>
                </a:solidFill>
                <a:latin typeface="Plus Jakarta Sans SemiBold"/>
                <a:ea typeface="Plus Jakarta Sans SemiBold"/>
                <a:cs typeface="Plus Jakarta Sans SemiBold"/>
                <a:sym typeface="Plus Jakarta Sans SemiBold"/>
              </a:rPr>
              <a:t>Add a screenshot of your landing page design and delete this one. </a:t>
            </a:r>
            <a:endParaRPr b="0" i="1" sz="1100" u="none" cap="none" strike="noStrike">
              <a:solidFill>
                <a:srgbClr val="FFFFFF"/>
              </a:solidFill>
              <a:latin typeface="Plus Jakarta Sans SemiBold"/>
              <a:ea typeface="Plus Jakarta Sans SemiBold"/>
              <a:cs typeface="Plus Jakarta Sans SemiBold"/>
              <a:sym typeface="Plus Jakarta Sans SemiBold"/>
            </a:endParaRPr>
          </a:p>
        </p:txBody>
      </p:sp>
      <p:sp>
        <p:nvSpPr>
          <p:cNvPr id="185" name="Google Shape;185;g33d9fc40065_0_680"/>
          <p:cNvSpPr/>
          <p:nvPr/>
        </p:nvSpPr>
        <p:spPr>
          <a:xfrm>
            <a:off x="0" y="5039700"/>
            <a:ext cx="9152400" cy="103800"/>
          </a:xfrm>
          <a:prstGeom prst="rect">
            <a:avLst/>
          </a:prstGeom>
          <a:solidFill>
            <a:srgbClr val="FECE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charity: water logo" id="186" name="Google Shape;186;g33d9fc40065_0_680"/>
          <p:cNvPicPr preferRelativeResize="0"/>
          <p:nvPr/>
        </p:nvPicPr>
        <p:blipFill rotWithShape="1">
          <a:blip r:embed="rId3">
            <a:alphaModFix/>
          </a:blip>
          <a:srcRect b="0" l="0" r="0" t="0"/>
          <a:stretch/>
        </p:blipFill>
        <p:spPr>
          <a:xfrm>
            <a:off x="118337" y="204381"/>
            <a:ext cx="121025" cy="170300"/>
          </a:xfrm>
          <a:prstGeom prst="rect">
            <a:avLst/>
          </a:prstGeom>
          <a:noFill/>
          <a:ln>
            <a:noFill/>
          </a:ln>
        </p:spPr>
      </p:pic>
      <p:sp>
        <p:nvSpPr>
          <p:cNvPr descr="charity: water logo" id="187" name="Google Shape;187;g33d9fc40065_0_680"/>
          <p:cNvSpPr txBox="1"/>
          <p:nvPr/>
        </p:nvSpPr>
        <p:spPr>
          <a:xfrm rot="-5400000">
            <a:off x="-306000" y="2417800"/>
            <a:ext cx="919800" cy="3078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800"/>
              <a:buFont typeface="Arial"/>
              <a:buNone/>
            </a:pPr>
            <a:r>
              <a:rPr b="0" i="0" lang="en" sz="800" u="none" cap="none" strike="noStrike">
                <a:solidFill>
                  <a:srgbClr val="000000"/>
                </a:solidFill>
                <a:latin typeface="Plus Jakarta Sans"/>
                <a:ea typeface="Plus Jakarta Sans"/>
                <a:cs typeface="Plus Jakarta Sans"/>
                <a:sym typeface="Plus Jakarta Sans"/>
              </a:rPr>
              <a:t>charity: water</a:t>
            </a:r>
            <a:endParaRPr b="0" i="0" sz="800" u="none" cap="none" strike="noStrike">
              <a:solidFill>
                <a:srgbClr val="000000"/>
              </a:solidFill>
              <a:latin typeface="Plus Jakarta Sans"/>
              <a:ea typeface="Plus Jakarta Sans"/>
              <a:cs typeface="Plus Jakarta Sans"/>
              <a:sym typeface="Plus Jakarta Sans"/>
            </a:endParaRPr>
          </a:p>
        </p:txBody>
      </p:sp>
      <p:sp>
        <p:nvSpPr>
          <p:cNvPr id="188" name="Google Shape;188;g33d9fc40065_0_680"/>
          <p:cNvSpPr txBox="1"/>
          <p:nvPr/>
        </p:nvSpPr>
        <p:spPr>
          <a:xfrm>
            <a:off x="239350" y="3882250"/>
            <a:ext cx="3437700" cy="523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1100">
                <a:solidFill>
                  <a:schemeClr val="dk1"/>
                </a:solidFill>
                <a:highlight>
                  <a:srgbClr val="FFFF00"/>
                </a:highlight>
                <a:latin typeface="Domine"/>
                <a:ea typeface="Domine"/>
                <a:cs typeface="Domine"/>
                <a:sym typeface="Domine"/>
              </a:rPr>
              <a:t>[Insert your Canva landing page link here. Be sure anyone with the link can view it]</a:t>
            </a:r>
            <a:endParaRPr b="1" sz="1100">
              <a:solidFill>
                <a:schemeClr val="dk1"/>
              </a:solidFill>
              <a:highlight>
                <a:srgbClr val="FFFF00"/>
              </a:highlight>
              <a:latin typeface="Domine"/>
              <a:ea typeface="Domine"/>
              <a:cs typeface="Domine"/>
              <a:sym typeface="Domine"/>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2" name="Shape 192"/>
        <p:cNvGrpSpPr/>
        <p:nvPr/>
      </p:nvGrpSpPr>
      <p:grpSpPr>
        <a:xfrm>
          <a:off x="0" y="0"/>
          <a:ext cx="0" cy="0"/>
          <a:chOff x="0" y="0"/>
          <a:chExt cx="0" cy="0"/>
        </a:xfrm>
      </p:grpSpPr>
      <p:sp>
        <p:nvSpPr>
          <p:cNvPr id="193" name="Google Shape;193;g346147d5b96_0_304"/>
          <p:cNvSpPr txBox="1"/>
          <p:nvPr/>
        </p:nvSpPr>
        <p:spPr>
          <a:xfrm>
            <a:off x="526778" y="462366"/>
            <a:ext cx="7799700" cy="9234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chemeClr val="dk1"/>
              </a:buClr>
              <a:buSzPts val="2800"/>
              <a:buFont typeface="Arial"/>
              <a:buNone/>
            </a:pPr>
            <a:r>
              <a:rPr b="1" i="0" lang="en" sz="2400" u="none" cap="none" strike="noStrike">
                <a:solidFill>
                  <a:schemeClr val="dk1"/>
                </a:solidFill>
                <a:latin typeface="Plus Jakarta Sans"/>
                <a:ea typeface="Plus Jakarta Sans"/>
                <a:cs typeface="Plus Jakarta Sans"/>
                <a:sym typeface="Plus Jakarta Sans"/>
              </a:rPr>
              <a:t>LevelUp (Extra Credit - Optional)</a:t>
            </a:r>
            <a:endParaRPr b="1" i="0" sz="2400" u="none" cap="none" strike="noStrike">
              <a:solidFill>
                <a:schemeClr val="dk1"/>
              </a:solidFill>
              <a:latin typeface="Plus Jakarta Sans"/>
              <a:ea typeface="Plus Jakarta Sans"/>
              <a:cs typeface="Plus Jakarta Sans"/>
              <a:sym typeface="Plus Jakarta Sans"/>
            </a:endParaRPr>
          </a:p>
          <a:p>
            <a:pPr indent="0" lvl="0" marL="0" marR="0" rtl="0" algn="l">
              <a:lnSpc>
                <a:spcPct val="100000"/>
              </a:lnSpc>
              <a:spcBef>
                <a:spcPts val="0"/>
              </a:spcBef>
              <a:spcAft>
                <a:spcPts val="0"/>
              </a:spcAft>
              <a:buClr>
                <a:schemeClr val="dk1"/>
              </a:buClr>
              <a:buSzPts val="2800"/>
              <a:buFont typeface="Arial"/>
              <a:buNone/>
            </a:pPr>
            <a:r>
              <a:rPr b="1" i="0" lang="en" sz="2400" u="none" cap="none" strike="noStrike">
                <a:solidFill>
                  <a:srgbClr val="333333"/>
                </a:solidFill>
                <a:latin typeface="Plus Jakarta Sans"/>
                <a:ea typeface="Plus Jakarta Sans"/>
                <a:cs typeface="Plus Jakarta Sans"/>
                <a:sym typeface="Plus Jakarta Sans"/>
              </a:rPr>
              <a:t>Show Your Work on LinkedIn</a:t>
            </a:r>
            <a:endParaRPr b="1" i="0" sz="2400" u="none" cap="none" strike="noStrike">
              <a:solidFill>
                <a:schemeClr val="dk1"/>
              </a:solidFill>
              <a:latin typeface="Plus Jakarta Sans"/>
              <a:ea typeface="Plus Jakarta Sans"/>
              <a:cs typeface="Plus Jakarta Sans"/>
              <a:sym typeface="Plus Jakarta Sans"/>
            </a:endParaRPr>
          </a:p>
        </p:txBody>
      </p:sp>
      <p:sp>
        <p:nvSpPr>
          <p:cNvPr id="194" name="Google Shape;194;g346147d5b96_0_304"/>
          <p:cNvSpPr txBox="1"/>
          <p:nvPr>
            <p:ph idx="4294967295" type="body"/>
          </p:nvPr>
        </p:nvSpPr>
        <p:spPr>
          <a:xfrm>
            <a:off x="644375" y="1442350"/>
            <a:ext cx="7998600" cy="31476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SzPts val="1800"/>
              <a:buNone/>
            </a:pPr>
            <a:r>
              <a:rPr lang="en" sz="1400">
                <a:solidFill>
                  <a:schemeClr val="dk1"/>
                </a:solidFill>
                <a:latin typeface="Plus Jakarta Sans"/>
                <a:ea typeface="Plus Jakarta Sans"/>
                <a:cs typeface="Plus Jakarta Sans"/>
                <a:sym typeface="Plus Jakarta Sans"/>
              </a:rPr>
              <a:t>Draft a short LinkedIn post about what you’ve learned from creating a landing page. </a:t>
            </a:r>
            <a:endParaRPr sz="1400">
              <a:solidFill>
                <a:schemeClr val="dk1"/>
              </a:solidFill>
              <a:latin typeface="Plus Jakarta Sans"/>
              <a:ea typeface="Plus Jakarta Sans"/>
              <a:cs typeface="Plus Jakarta Sans"/>
              <a:sym typeface="Plus Jakarta Sans"/>
            </a:endParaRPr>
          </a:p>
          <a:p>
            <a:pPr indent="0" lvl="0" marL="0" marR="0" rtl="0" algn="l">
              <a:lnSpc>
                <a:spcPct val="115000"/>
              </a:lnSpc>
              <a:spcBef>
                <a:spcPts val="0"/>
              </a:spcBef>
              <a:spcAft>
                <a:spcPts val="0"/>
              </a:spcAft>
              <a:buSzPts val="1800"/>
              <a:buNone/>
            </a:pPr>
            <a:r>
              <a:t/>
            </a:r>
            <a:endParaRPr sz="1400">
              <a:solidFill>
                <a:schemeClr val="dk1"/>
              </a:solidFill>
              <a:latin typeface="Plus Jakarta Sans"/>
              <a:ea typeface="Plus Jakarta Sans"/>
              <a:cs typeface="Plus Jakarta Sans"/>
              <a:sym typeface="Plus Jakarta Sans"/>
            </a:endParaRPr>
          </a:p>
          <a:p>
            <a:pPr indent="0" lvl="0" marL="0" marR="0" rtl="0" algn="l">
              <a:lnSpc>
                <a:spcPct val="115000"/>
              </a:lnSpc>
              <a:spcBef>
                <a:spcPts val="0"/>
              </a:spcBef>
              <a:spcAft>
                <a:spcPts val="0"/>
              </a:spcAft>
              <a:buSzPts val="1800"/>
              <a:buNone/>
            </a:pPr>
            <a:r>
              <a:rPr lang="en" sz="1400">
                <a:solidFill>
                  <a:schemeClr val="dk1"/>
                </a:solidFill>
                <a:latin typeface="Plus Jakarta Sans"/>
                <a:ea typeface="Plus Jakarta Sans"/>
                <a:cs typeface="Plus Jakarta Sans"/>
                <a:sym typeface="Plus Jakarta Sans"/>
              </a:rPr>
              <a:t>You might reflect on how understanding branding has changed your perspective, what motivated you as you worked on a marketing asset for a mission-oriented org, a challenge you overcame in your work, or how you used AI to refine your copy, visuals, or marketing knowledge. </a:t>
            </a:r>
            <a:endParaRPr sz="1400">
              <a:solidFill>
                <a:schemeClr val="dk1"/>
              </a:solidFill>
              <a:latin typeface="Plus Jakarta Sans"/>
              <a:ea typeface="Plus Jakarta Sans"/>
              <a:cs typeface="Plus Jakarta Sans"/>
              <a:sym typeface="Plus Jakarta Sans"/>
            </a:endParaRPr>
          </a:p>
          <a:p>
            <a:pPr indent="0" lvl="0" marL="0" marR="0" rtl="0" algn="l">
              <a:lnSpc>
                <a:spcPct val="115000"/>
              </a:lnSpc>
              <a:spcBef>
                <a:spcPts val="0"/>
              </a:spcBef>
              <a:spcAft>
                <a:spcPts val="0"/>
              </a:spcAft>
              <a:buSzPts val="1800"/>
              <a:buNone/>
            </a:pPr>
            <a:r>
              <a:t/>
            </a:r>
            <a:endParaRPr sz="1400">
              <a:solidFill>
                <a:schemeClr val="dk1"/>
              </a:solidFill>
              <a:latin typeface="Plus Jakarta Sans"/>
              <a:ea typeface="Plus Jakarta Sans"/>
              <a:cs typeface="Plus Jakarta Sans"/>
              <a:sym typeface="Plus Jakarta Sans"/>
            </a:endParaRPr>
          </a:p>
          <a:p>
            <a:pPr indent="0" lvl="0" marL="0" marR="0" rtl="0" algn="l">
              <a:lnSpc>
                <a:spcPct val="115000"/>
              </a:lnSpc>
              <a:spcBef>
                <a:spcPts val="0"/>
              </a:spcBef>
              <a:spcAft>
                <a:spcPts val="0"/>
              </a:spcAft>
              <a:buSzPts val="1800"/>
              <a:buNone/>
            </a:pPr>
            <a:r>
              <a:rPr lang="en" sz="1400">
                <a:solidFill>
                  <a:schemeClr val="dk1"/>
                </a:solidFill>
                <a:latin typeface="Plus Jakarta Sans"/>
                <a:ea typeface="Plus Jakarta Sans"/>
                <a:cs typeface="Plus Jakarta Sans"/>
                <a:sym typeface="Plus Jakarta Sans"/>
              </a:rPr>
              <a:t>Consider adding media to draw attention to your post (e.g. an image or video of the landing page. You may use our LinkedIn Assistant GPT for help crafting a strong post. </a:t>
            </a:r>
            <a:endParaRPr sz="1400">
              <a:solidFill>
                <a:schemeClr val="dk1"/>
              </a:solidFill>
              <a:latin typeface="Plus Jakarta Sans"/>
              <a:ea typeface="Plus Jakarta Sans"/>
              <a:cs typeface="Plus Jakarta Sans"/>
              <a:sym typeface="Plus Jakarta Sans"/>
            </a:endParaRPr>
          </a:p>
          <a:p>
            <a:pPr indent="0" lvl="0" marL="0" rtl="0" algn="l">
              <a:lnSpc>
                <a:spcPct val="125000"/>
              </a:lnSpc>
              <a:spcBef>
                <a:spcPts val="1200"/>
              </a:spcBef>
              <a:spcAft>
                <a:spcPts val="1000"/>
              </a:spcAft>
              <a:buClr>
                <a:schemeClr val="dk1"/>
              </a:buClr>
              <a:buSzPts val="1100"/>
              <a:buFont typeface="Arial"/>
              <a:buNone/>
            </a:pPr>
            <a:r>
              <a:rPr lang="en" sz="1400">
                <a:solidFill>
                  <a:schemeClr val="dk1"/>
                </a:solidFill>
                <a:latin typeface="Plus Jakarta Sans"/>
                <a:ea typeface="Plus Jakarta Sans"/>
                <a:cs typeface="Plus Jakarta Sans"/>
                <a:sym typeface="Plus Jakarta Sans"/>
              </a:rPr>
              <a:t>Actually posting it to LinkedIn is optional, but highly recommended! Recruiters and potential employers love seeing LinkedIn posts that showcase your learning, ambition, and experience. </a:t>
            </a:r>
            <a:endParaRPr sz="1400">
              <a:solidFill>
                <a:srgbClr val="1E2D31"/>
              </a:solidFill>
              <a:latin typeface="Plus Jakarta Sans"/>
              <a:ea typeface="Plus Jakarta Sans"/>
              <a:cs typeface="Plus Jakarta Sans"/>
              <a:sym typeface="Plus Jakarta Sans"/>
            </a:endParaRPr>
          </a:p>
        </p:txBody>
      </p:sp>
      <p:sp>
        <p:nvSpPr>
          <p:cNvPr id="195" name="Google Shape;195;g346147d5b96_0_304"/>
          <p:cNvSpPr/>
          <p:nvPr/>
        </p:nvSpPr>
        <p:spPr>
          <a:xfrm>
            <a:off x="-8375" y="-25"/>
            <a:ext cx="9152400" cy="245100"/>
          </a:xfrm>
          <a:prstGeom prst="rect">
            <a:avLst/>
          </a:prstGeom>
          <a:solidFill>
            <a:srgbClr val="D8453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200"/>
              <a:buFont typeface="Arial"/>
              <a:buNone/>
            </a:pPr>
            <a:r>
              <a:rPr b="0" i="0" lang="en" sz="1200" u="none" cap="none" strike="noStrike">
                <a:solidFill>
                  <a:srgbClr val="FFFFFF"/>
                </a:solidFill>
                <a:latin typeface="Plus Jakarta Sans SemiBold"/>
                <a:ea typeface="Plus Jakarta Sans SemiBold"/>
                <a:cs typeface="Plus Jakarta Sans SemiBold"/>
                <a:sym typeface="Plus Jakarta Sans SemiBold"/>
              </a:rPr>
              <a:t>Delete this slide before submitting your presentation.</a:t>
            </a:r>
            <a:endParaRPr b="0" i="0" sz="1200" u="none" cap="none" strike="noStrike">
              <a:solidFill>
                <a:srgbClr val="FFFFFF"/>
              </a:solidFill>
              <a:latin typeface="Plus Jakarta Sans SemiBold"/>
              <a:ea typeface="Plus Jakarta Sans SemiBold"/>
              <a:cs typeface="Plus Jakarta Sans SemiBold"/>
              <a:sym typeface="Plus Jakarta Sans SemiBold"/>
            </a:endParaRPr>
          </a:p>
        </p:txBody>
      </p:sp>
      <p:pic>
        <p:nvPicPr>
          <p:cNvPr descr="charity: water logo" id="196" name="Google Shape;196;g346147d5b96_0_304"/>
          <p:cNvPicPr preferRelativeResize="0"/>
          <p:nvPr/>
        </p:nvPicPr>
        <p:blipFill rotWithShape="1">
          <a:blip r:embed="rId3">
            <a:alphaModFix/>
          </a:blip>
          <a:srcRect b="0" l="0" r="0" t="0"/>
          <a:stretch/>
        </p:blipFill>
        <p:spPr>
          <a:xfrm>
            <a:off x="118337" y="204381"/>
            <a:ext cx="121025" cy="170300"/>
          </a:xfrm>
          <a:prstGeom prst="rect">
            <a:avLst/>
          </a:prstGeom>
          <a:noFill/>
          <a:ln>
            <a:noFill/>
          </a:ln>
        </p:spPr>
      </p:pic>
      <p:sp>
        <p:nvSpPr>
          <p:cNvPr descr="charity: water logo" id="197" name="Google Shape;197;g346147d5b96_0_304"/>
          <p:cNvSpPr txBox="1"/>
          <p:nvPr/>
        </p:nvSpPr>
        <p:spPr>
          <a:xfrm rot="-5400000">
            <a:off x="-306000" y="2417800"/>
            <a:ext cx="919800" cy="3078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800"/>
              <a:buFont typeface="Arial"/>
              <a:buNone/>
            </a:pPr>
            <a:r>
              <a:rPr b="0" i="0" lang="en" sz="800" u="none" cap="none" strike="noStrike">
                <a:solidFill>
                  <a:srgbClr val="000000"/>
                </a:solidFill>
                <a:latin typeface="Plus Jakarta Sans"/>
                <a:ea typeface="Plus Jakarta Sans"/>
                <a:cs typeface="Plus Jakarta Sans"/>
                <a:sym typeface="Plus Jakarta Sans"/>
              </a:rPr>
              <a:t>charity: water</a:t>
            </a:r>
            <a:endParaRPr b="0" i="0" sz="800" u="none" cap="none" strike="noStrike">
              <a:solidFill>
                <a:srgbClr val="000000"/>
              </a:solidFill>
              <a:latin typeface="Plus Jakarta Sans"/>
              <a:ea typeface="Plus Jakarta Sans"/>
              <a:cs typeface="Plus Jakarta Sans"/>
              <a:sym typeface="Plus Jakarta Sans"/>
            </a:endParaRPr>
          </a:p>
        </p:txBody>
      </p:sp>
      <p:sp>
        <p:nvSpPr>
          <p:cNvPr id="198" name="Google Shape;198;g346147d5b96_0_304"/>
          <p:cNvSpPr/>
          <p:nvPr/>
        </p:nvSpPr>
        <p:spPr>
          <a:xfrm>
            <a:off x="0" y="5039700"/>
            <a:ext cx="9152400" cy="103800"/>
          </a:xfrm>
          <a:prstGeom prst="rect">
            <a:avLst/>
          </a:prstGeom>
          <a:solidFill>
            <a:srgbClr val="FECE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2" name="Shape 202"/>
        <p:cNvGrpSpPr/>
        <p:nvPr/>
      </p:nvGrpSpPr>
      <p:grpSpPr>
        <a:xfrm>
          <a:off x="0" y="0"/>
          <a:ext cx="0" cy="0"/>
          <a:chOff x="0" y="0"/>
          <a:chExt cx="0" cy="0"/>
        </a:xfrm>
      </p:grpSpPr>
      <p:sp>
        <p:nvSpPr>
          <p:cNvPr id="203" name="Google Shape;203;g346147d5b96_0_315"/>
          <p:cNvSpPr txBox="1"/>
          <p:nvPr/>
        </p:nvSpPr>
        <p:spPr>
          <a:xfrm>
            <a:off x="536653" y="308941"/>
            <a:ext cx="7799700" cy="5850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chemeClr val="dk1"/>
              </a:buClr>
              <a:buSzPts val="3556"/>
              <a:buFont typeface="Arial"/>
              <a:buNone/>
            </a:pPr>
            <a:r>
              <a:rPr b="1" i="0" lang="en" sz="2600" u="none" cap="none" strike="noStrike">
                <a:solidFill>
                  <a:schemeClr val="dk1"/>
                </a:solidFill>
                <a:latin typeface="Plus Jakarta Sans"/>
                <a:ea typeface="Plus Jakarta Sans"/>
                <a:cs typeface="Plus Jakarta Sans"/>
                <a:sym typeface="Plus Jakarta Sans"/>
              </a:rPr>
              <a:t>LinkedIn Post - Submission </a:t>
            </a:r>
            <a:endParaRPr b="1" i="0" sz="2600" u="none" cap="none" strike="noStrike">
              <a:solidFill>
                <a:schemeClr val="dk1"/>
              </a:solidFill>
              <a:latin typeface="Plus Jakarta Sans"/>
              <a:ea typeface="Plus Jakarta Sans"/>
              <a:cs typeface="Plus Jakarta Sans"/>
              <a:sym typeface="Plus Jakarta Sans"/>
            </a:endParaRPr>
          </a:p>
        </p:txBody>
      </p:sp>
      <p:sp>
        <p:nvSpPr>
          <p:cNvPr descr="[Instructions: Paste the text of your LinkedIn post here. Remove these instructions so only the post appears inside this box.]" id="204" name="Google Shape;204;g346147d5b96_0_315"/>
          <p:cNvSpPr txBox="1"/>
          <p:nvPr>
            <p:ph idx="4294967295" type="body"/>
          </p:nvPr>
        </p:nvSpPr>
        <p:spPr>
          <a:xfrm>
            <a:off x="536650" y="1067800"/>
            <a:ext cx="8281200" cy="3416400"/>
          </a:xfrm>
          <a:prstGeom prst="rect">
            <a:avLst/>
          </a:prstGeom>
          <a:solidFill>
            <a:schemeClr val="lt2"/>
          </a:solidFill>
          <a:ln cap="flat" cmpd="sng" w="9525">
            <a:solidFill>
              <a:schemeClr val="dk1"/>
            </a:solidFill>
            <a:prstDash val="solid"/>
            <a:round/>
            <a:headEnd len="sm" w="sm" type="none"/>
            <a:tailEnd len="sm" w="sm" type="none"/>
          </a:ln>
        </p:spPr>
        <p:txBody>
          <a:bodyPr anchorCtr="0" anchor="t" bIns="91425" lIns="91425" spcFirstLastPara="1" rIns="91425" wrap="square" tIns="91425">
            <a:normAutofit/>
          </a:bodyPr>
          <a:lstStyle/>
          <a:p>
            <a:pPr indent="0" lvl="0" marL="0" rtl="0" algn="l">
              <a:lnSpc>
                <a:spcPct val="115000"/>
              </a:lnSpc>
              <a:spcBef>
                <a:spcPts val="1200"/>
              </a:spcBef>
              <a:spcAft>
                <a:spcPts val="1200"/>
              </a:spcAft>
              <a:buSzPts val="1800"/>
              <a:buNone/>
            </a:pPr>
            <a:r>
              <a:rPr b="1" lang="en" sz="1400">
                <a:solidFill>
                  <a:schemeClr val="dk1"/>
                </a:solidFill>
                <a:latin typeface="Plus Jakarta Sans"/>
                <a:ea typeface="Plus Jakarta Sans"/>
                <a:cs typeface="Plus Jakarta Sans"/>
                <a:sym typeface="Plus Jakarta Sans"/>
              </a:rPr>
              <a:t>[Instructions: Paste the text of your LinkedIn post here. Remove these instructions so only the post appears inside this box.]</a:t>
            </a:r>
            <a:endParaRPr sz="200">
              <a:solidFill>
                <a:schemeClr val="dk1"/>
              </a:solidFill>
              <a:latin typeface="Plus Jakarta Sans"/>
              <a:ea typeface="Plus Jakarta Sans"/>
              <a:cs typeface="Plus Jakarta Sans"/>
              <a:sym typeface="Plus Jakarta Sans"/>
            </a:endParaRPr>
          </a:p>
        </p:txBody>
      </p:sp>
      <p:pic>
        <p:nvPicPr>
          <p:cNvPr descr="charity: water logo" id="205" name="Google Shape;205;g346147d5b96_0_315"/>
          <p:cNvPicPr preferRelativeResize="0"/>
          <p:nvPr/>
        </p:nvPicPr>
        <p:blipFill rotWithShape="1">
          <a:blip r:embed="rId3">
            <a:alphaModFix/>
          </a:blip>
          <a:srcRect b="0" l="0" r="0" t="0"/>
          <a:stretch/>
        </p:blipFill>
        <p:spPr>
          <a:xfrm>
            <a:off x="118337" y="204381"/>
            <a:ext cx="121025" cy="170300"/>
          </a:xfrm>
          <a:prstGeom prst="rect">
            <a:avLst/>
          </a:prstGeom>
          <a:noFill/>
          <a:ln>
            <a:noFill/>
          </a:ln>
        </p:spPr>
      </p:pic>
      <p:sp>
        <p:nvSpPr>
          <p:cNvPr descr="charity: water logo" id="206" name="Google Shape;206;g346147d5b96_0_315"/>
          <p:cNvSpPr txBox="1"/>
          <p:nvPr/>
        </p:nvSpPr>
        <p:spPr>
          <a:xfrm rot="-5400000">
            <a:off x="-306000" y="2417800"/>
            <a:ext cx="919800" cy="3078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800"/>
              <a:buFont typeface="Arial"/>
              <a:buNone/>
            </a:pPr>
            <a:r>
              <a:rPr b="0" i="0" lang="en" sz="800" u="none" cap="none" strike="noStrike">
                <a:solidFill>
                  <a:srgbClr val="000000"/>
                </a:solidFill>
                <a:latin typeface="Plus Jakarta Sans"/>
                <a:ea typeface="Plus Jakarta Sans"/>
                <a:cs typeface="Plus Jakarta Sans"/>
                <a:sym typeface="Plus Jakarta Sans"/>
              </a:rPr>
              <a:t>charity: water</a:t>
            </a:r>
            <a:endParaRPr b="0" i="0" sz="800" u="none" cap="none" strike="noStrike">
              <a:solidFill>
                <a:srgbClr val="000000"/>
              </a:solidFill>
              <a:latin typeface="Plus Jakarta Sans"/>
              <a:ea typeface="Plus Jakarta Sans"/>
              <a:cs typeface="Plus Jakarta Sans"/>
              <a:sym typeface="Plus Jakarta Sans"/>
            </a:endParaRPr>
          </a:p>
        </p:txBody>
      </p:sp>
      <p:sp>
        <p:nvSpPr>
          <p:cNvPr id="207" name="Google Shape;207;g346147d5b96_0_315"/>
          <p:cNvSpPr/>
          <p:nvPr/>
        </p:nvSpPr>
        <p:spPr>
          <a:xfrm>
            <a:off x="0" y="5039700"/>
            <a:ext cx="9152400" cy="103800"/>
          </a:xfrm>
          <a:prstGeom prst="rect">
            <a:avLst/>
          </a:prstGeom>
          <a:solidFill>
            <a:srgbClr val="FECE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Coral">
  <a:themeElements>
    <a:clrScheme name="Coral">
      <a:dk1>
        <a:srgbClr val="F55E61"/>
      </a:dk1>
      <a:lt1>
        <a:srgbClr val="FFFFFF"/>
      </a:lt1>
      <a:dk2>
        <a:srgbClr val="5E696C"/>
      </a:dk2>
      <a:lt2>
        <a:srgbClr val="BFC7CA"/>
      </a:lt2>
      <a:accent1>
        <a:srgbClr val="1E2D31"/>
      </a:accent1>
      <a:accent2>
        <a:srgbClr val="273C42"/>
      </a:accent2>
      <a:accent3>
        <a:srgbClr val="83D061"/>
      </a:accent3>
      <a:accent4>
        <a:srgbClr val="F6CD4C"/>
      </a:accent4>
      <a:accent5>
        <a:srgbClr val="AF4345"/>
      </a:accent5>
      <a:accent6>
        <a:srgbClr val="F58F8F"/>
      </a:accent6>
      <a:hlink>
        <a:srgbClr val="AF4345"/>
      </a:hlink>
      <a:folHlink>
        <a:srgbClr val="AF4345"/>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